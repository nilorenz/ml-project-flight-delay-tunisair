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57" r:id="rId4"/>
    <p:sldId id="258" r:id="rId5"/>
    <p:sldId id="259" r:id="rId6"/>
    <p:sldId id="276" r:id="rId7"/>
    <p:sldId id="262" r:id="rId8"/>
    <p:sldId id="278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0080625" cy="5670550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417C3-7A6E-D56F-4646-2974348A8163}" v="1978" dt="2026-04-02T10:37:38.123"/>
    <p1510:client id="{0A627EFA-C7B5-90FA-E47F-C416B706DE58}" v="6" dt="2026-04-02T09:18:28.568"/>
    <p1510:client id="{8669D3FE-5B6C-2320-C869-F95717A60C53}" v="405" dt="2026-04-02T15:35:13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77" autoAdjust="0"/>
  </p:normalViewPr>
  <p:slideViewPr>
    <p:cSldViewPr snapToGrid="0">
      <p:cViewPr varScale="1">
        <p:scale>
          <a:sx n="105" d="100"/>
          <a:sy n="105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las Lorenz" userId="S::niklas.lorenz@alligator-company.com::b4fce310-0f6e-401b-ba10-ec9850f3f0c6" providerId="AD" clId="Web-{8669D3FE-5B6C-2320-C869-F95717A60C53}"/>
    <pc:docChg chg="modSld modMainMaster">
      <pc:chgData name="Niklas Lorenz" userId="S::niklas.lorenz@alligator-company.com::b4fce310-0f6e-401b-ba10-ec9850f3f0c6" providerId="AD" clId="Web-{8669D3FE-5B6C-2320-C869-F95717A60C53}" dt="2026-04-02T15:35:13.806" v="326" actId="1076"/>
      <pc:docMkLst>
        <pc:docMk/>
      </pc:docMkLst>
      <pc:sldChg chg="addSp delSp">
        <pc:chgData name="Niklas Lorenz" userId="S::niklas.lorenz@alligator-company.com::b4fce310-0f6e-401b-ba10-ec9850f3f0c6" providerId="AD" clId="Web-{8669D3FE-5B6C-2320-C869-F95717A60C53}" dt="2026-04-02T15:05:05.528" v="23"/>
        <pc:sldMkLst>
          <pc:docMk/>
          <pc:sldMk cId="0" sldId="256"/>
        </pc:sldMkLst>
        <pc:spChg chg="add del">
          <ac:chgData name="Niklas Lorenz" userId="S::niklas.lorenz@alligator-company.com::b4fce310-0f6e-401b-ba10-ec9850f3f0c6" providerId="AD" clId="Web-{8669D3FE-5B6C-2320-C869-F95717A60C53}" dt="2026-04-02T15:05:05.528" v="23"/>
          <ac:spMkLst>
            <pc:docMk/>
            <pc:sldMk cId="0" sldId="256"/>
            <ac:spMk id="2" creationId="{F5E809E8-5EC7-7A49-8D7E-1868474318B8}"/>
          </ac:spMkLst>
        </pc:spChg>
      </pc:sldChg>
      <pc:sldChg chg="addSp delSp modSp">
        <pc:chgData name="Niklas Lorenz" userId="S::niklas.lorenz@alligator-company.com::b4fce310-0f6e-401b-ba10-ec9850f3f0c6" providerId="AD" clId="Web-{8669D3FE-5B6C-2320-C869-F95717A60C53}" dt="2026-04-02T15:14:45.209" v="116"/>
        <pc:sldMkLst>
          <pc:docMk/>
          <pc:sldMk cId="0" sldId="257"/>
        </pc:sldMkLst>
        <pc:spChg chg="del mod">
          <ac:chgData name="Niklas Lorenz" userId="S::niklas.lorenz@alligator-company.com::b4fce310-0f6e-401b-ba10-ec9850f3f0c6" providerId="AD" clId="Web-{8669D3FE-5B6C-2320-C869-F95717A60C53}" dt="2026-04-02T15:14:44.521" v="115"/>
          <ac:spMkLst>
            <pc:docMk/>
            <pc:sldMk cId="0" sldId="257"/>
            <ac:spMk id="4" creationId="{05DA9838-6C0F-FD04-5704-0FCE94D140EA}"/>
          </ac:spMkLst>
        </pc:spChg>
        <pc:spChg chg="add mod">
          <ac:chgData name="Niklas Lorenz" userId="S::niklas.lorenz@alligator-company.com::b4fce310-0f6e-401b-ba10-ec9850f3f0c6" providerId="AD" clId="Web-{8669D3FE-5B6C-2320-C869-F95717A60C53}" dt="2026-04-02T15:14:45.209" v="116"/>
          <ac:spMkLst>
            <pc:docMk/>
            <pc:sldMk cId="0" sldId="257"/>
            <ac:spMk id="60" creationId="{893BEA94-E7E8-27CD-DA87-C1F2668DC2A7}"/>
          </ac:spMkLst>
        </pc:spChg>
      </pc:sldChg>
      <pc:sldChg chg="addSp delSp modSp mod setBg">
        <pc:chgData name="Niklas Lorenz" userId="S::niklas.lorenz@alligator-company.com::b4fce310-0f6e-401b-ba10-ec9850f3f0c6" providerId="AD" clId="Web-{8669D3FE-5B6C-2320-C869-F95717A60C53}" dt="2026-04-02T15:17:13.803" v="148"/>
        <pc:sldMkLst>
          <pc:docMk/>
          <pc:sldMk cId="0" sldId="258"/>
        </pc:sldMkLst>
        <pc:spChg chg="mod">
          <ac:chgData name="Niklas Lorenz" userId="S::niklas.lorenz@alligator-company.com::b4fce310-0f6e-401b-ba10-ec9850f3f0c6" providerId="AD" clId="Web-{8669D3FE-5B6C-2320-C869-F95717A60C53}" dt="2026-04-02T15:05:45.451" v="30"/>
          <ac:spMkLst>
            <pc:docMk/>
            <pc:sldMk cId="0" sldId="258"/>
            <ac:spMk id="2" creationId="{EB4CDF02-C0E4-5B2B-2372-FD899D46F3A7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18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9:55.940" v="108" actId="20577"/>
          <ac:spMkLst>
            <pc:docMk/>
            <pc:sldMk cId="0" sldId="258"/>
            <ac:spMk id="20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24.544" v="25"/>
          <ac:spMkLst>
            <pc:docMk/>
            <pc:sldMk cId="0" sldId="258"/>
            <ac:spMk id="25" creationId="{BCED4D40-4B67-4331-AC48-79B82B4A47D8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24.544" v="25"/>
          <ac:spMkLst>
            <pc:docMk/>
            <pc:sldMk cId="0" sldId="258"/>
            <ac:spMk id="27" creationId="{670CEDEF-4F34-412E-84EE-329C1E936AF5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32.247" v="27"/>
          <ac:spMkLst>
            <pc:docMk/>
            <pc:sldMk cId="0" sldId="258"/>
            <ac:spMk id="29" creationId="{9EE6F773-742A-491A-9A00-A2A150DF500A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32.247" v="27"/>
          <ac:spMkLst>
            <pc:docMk/>
            <pc:sldMk cId="0" sldId="258"/>
            <ac:spMk id="30" creationId="{3301E07F-4F79-4B58-8698-EF24DC1ECDBF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32.247" v="27"/>
          <ac:spMkLst>
            <pc:docMk/>
            <pc:sldMk cId="0" sldId="258"/>
            <ac:spMk id="31" creationId="{E58B2195-5055-402F-A3E7-53FF0E4980C3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3" creationId="{08C9B587-E65E-4B52-B37C-ABEBB6E87928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4" creationId="{5DCB5928-DC7D-4612-9922-441966E15627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5" creationId="{682C1161-1736-45EC-99B7-33F3CAE9D517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6" creationId="{84D4DDB8-B68F-45B0-9F62-C4279996F672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5:45.435" v="29"/>
          <ac:spMkLst>
            <pc:docMk/>
            <pc:sldMk cId="0" sldId="258"/>
            <ac:spMk id="37" creationId="{AF2F604E-43BE-4DC3-B983-E071523364F8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39" creationId="{8A94871E-96FC-4ADE-815B-41A636E34F1A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40" creationId="{3FCFB1DE-0B7E-48CC-BA90-B2AB0889F9D6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45" creationId="{665DBBEF-238B-476B-96AB-8AAC3224ECEA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6:46.296" v="34"/>
          <ac:spMkLst>
            <pc:docMk/>
            <pc:sldMk cId="0" sldId="258"/>
            <ac:spMk id="47" creationId="{3FCFB1DE-0B7E-48CC-BA90-B2AB0889F9D6}"/>
          </ac:spMkLst>
        </pc:spChg>
        <pc:graphicFrameChg chg="mod ord modGraphic">
          <ac:chgData name="Niklas Lorenz" userId="S::niklas.lorenz@alligator-company.com::b4fce310-0f6e-401b-ba10-ec9850f3f0c6" providerId="AD" clId="Web-{8669D3FE-5B6C-2320-C869-F95717A60C53}" dt="2026-04-02T15:17:13.803" v="148"/>
          <ac:graphicFrameMkLst>
            <pc:docMk/>
            <pc:sldMk cId="0" sldId="258"/>
            <ac:graphicFrameMk id="19" creationId="{00000000-0000-0000-0000-000000000000}"/>
          </ac:graphicFrameMkLst>
        </pc:graphicFrameChg>
      </pc:sldChg>
      <pc:sldChg chg="modSp">
        <pc:chgData name="Niklas Lorenz" userId="S::niklas.lorenz@alligator-company.com::b4fce310-0f6e-401b-ba10-ec9850f3f0c6" providerId="AD" clId="Web-{8669D3FE-5B6C-2320-C869-F95717A60C53}" dt="2026-04-02T15:26:41.426" v="279" actId="20577"/>
        <pc:sldMkLst>
          <pc:docMk/>
          <pc:sldMk cId="0" sldId="262"/>
        </pc:sldMkLst>
        <pc:spChg chg="mod">
          <ac:chgData name="Niklas Lorenz" userId="S::niklas.lorenz@alligator-company.com::b4fce310-0f6e-401b-ba10-ec9850f3f0c6" providerId="AD" clId="Web-{8669D3FE-5B6C-2320-C869-F95717A60C53}" dt="2026-04-02T15:26:41.426" v="279" actId="20577"/>
          <ac:spMkLst>
            <pc:docMk/>
            <pc:sldMk cId="0" sldId="262"/>
            <ac:spMk id="30" creationId="{00000000-0000-0000-0000-000000000000}"/>
          </ac:spMkLst>
        </pc:spChg>
        <pc:graphicFrameChg chg="mod modGraphic">
          <ac:chgData name="Niklas Lorenz" userId="S::niklas.lorenz@alligator-company.com::b4fce310-0f6e-401b-ba10-ec9850f3f0c6" providerId="AD" clId="Web-{8669D3FE-5B6C-2320-C869-F95717A60C53}" dt="2026-04-02T15:25:50.675" v="275"/>
          <ac:graphicFrameMkLst>
            <pc:docMk/>
            <pc:sldMk cId="0" sldId="262"/>
            <ac:graphicFrameMk id="31" creationId="{00000000-0000-0000-0000-000000000000}"/>
          </ac:graphicFrameMkLst>
        </pc:graphicFrameChg>
      </pc:sldChg>
      <pc:sldChg chg="modSp">
        <pc:chgData name="Niklas Lorenz" userId="S::niklas.lorenz@alligator-company.com::b4fce310-0f6e-401b-ba10-ec9850f3f0c6" providerId="AD" clId="Web-{8669D3FE-5B6C-2320-C869-F95717A60C53}" dt="2026-04-02T15:30:01.709" v="296" actId="20577"/>
        <pc:sldMkLst>
          <pc:docMk/>
          <pc:sldMk cId="0" sldId="270"/>
        </pc:sldMkLst>
        <pc:spChg chg="mod">
          <ac:chgData name="Niklas Lorenz" userId="S::niklas.lorenz@alligator-company.com::b4fce310-0f6e-401b-ba10-ec9850f3f0c6" providerId="AD" clId="Web-{8669D3FE-5B6C-2320-C869-F95717A60C53}" dt="2026-04-02T15:30:01.709" v="296" actId="20577"/>
          <ac:spMkLst>
            <pc:docMk/>
            <pc:sldMk cId="0" sldId="270"/>
            <ac:spMk id="47" creationId="{00000000-0000-0000-0000-000000000000}"/>
          </ac:spMkLst>
        </pc:spChg>
      </pc:sldChg>
      <pc:sldChg chg="addSp modSp">
        <pc:chgData name="Niklas Lorenz" userId="S::niklas.lorenz@alligator-company.com::b4fce310-0f6e-401b-ba10-ec9850f3f0c6" providerId="AD" clId="Web-{8669D3FE-5B6C-2320-C869-F95717A60C53}" dt="2026-04-02T15:35:13.806" v="326" actId="1076"/>
        <pc:sldMkLst>
          <pc:docMk/>
          <pc:sldMk cId="0" sldId="271"/>
        </pc:sldMkLst>
        <pc:spChg chg="add mod">
          <ac:chgData name="Niklas Lorenz" userId="S::niklas.lorenz@alligator-company.com::b4fce310-0f6e-401b-ba10-ec9850f3f0c6" providerId="AD" clId="Web-{8669D3FE-5B6C-2320-C869-F95717A60C53}" dt="2026-04-02T15:32:50.789" v="316" actId="20577"/>
          <ac:spMkLst>
            <pc:docMk/>
            <pc:sldMk cId="0" sldId="271"/>
            <ac:spMk id="3" creationId="{C67012E1-84D8-D928-2748-134EECEDF95E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33:23.180" v="320" actId="20577"/>
          <ac:spMkLst>
            <pc:docMk/>
            <pc:sldMk cId="0" sldId="271"/>
            <ac:spMk id="48" creationId="{00000000-0000-0000-0000-000000000000}"/>
          </ac:spMkLst>
        </pc:spChg>
        <pc:picChg chg="add mod">
          <ac:chgData name="Niklas Lorenz" userId="S::niklas.lorenz@alligator-company.com::b4fce310-0f6e-401b-ba10-ec9850f3f0c6" providerId="AD" clId="Web-{8669D3FE-5B6C-2320-C869-F95717A60C53}" dt="2026-04-02T15:35:13.806" v="326" actId="1076"/>
          <ac:picMkLst>
            <pc:docMk/>
            <pc:sldMk cId="0" sldId="271"/>
            <ac:picMk id="4" creationId="{CE2A85B6-1CF9-7691-49B8-500245E5FE39}"/>
          </ac:picMkLst>
        </pc:picChg>
      </pc:sldChg>
      <pc:sldChg chg="modSp">
        <pc:chgData name="Niklas Lorenz" userId="S::niklas.lorenz@alligator-company.com::b4fce310-0f6e-401b-ba10-ec9850f3f0c6" providerId="AD" clId="Web-{8669D3FE-5B6C-2320-C869-F95717A60C53}" dt="2026-04-02T15:22:14.390" v="166" actId="20577"/>
        <pc:sldMkLst>
          <pc:docMk/>
          <pc:sldMk cId="915772876" sldId="276"/>
        </pc:sldMkLst>
        <pc:spChg chg="mod">
          <ac:chgData name="Niklas Lorenz" userId="S::niklas.lorenz@alligator-company.com::b4fce310-0f6e-401b-ba10-ec9850f3f0c6" providerId="AD" clId="Web-{8669D3FE-5B6C-2320-C869-F95717A60C53}" dt="2026-04-02T15:22:14.390" v="166" actId="20577"/>
          <ac:spMkLst>
            <pc:docMk/>
            <pc:sldMk cId="915772876" sldId="276"/>
            <ac:spMk id="5" creationId="{B851EB8B-76B9-1791-D2B9-A9825C116CF4}"/>
          </ac:spMkLst>
        </pc:spChg>
      </pc:sldChg>
      <pc:sldChg chg="addSp modSp mod setBg">
        <pc:chgData name="Niklas Lorenz" userId="S::niklas.lorenz@alligator-company.com::b4fce310-0f6e-401b-ba10-ec9850f3f0c6" providerId="AD" clId="Web-{8669D3FE-5B6C-2320-C869-F95717A60C53}" dt="2026-04-02T15:04:30.871" v="21" actId="1076"/>
        <pc:sldMkLst>
          <pc:docMk/>
          <pc:sldMk cId="2810212756" sldId="277"/>
        </pc:sldMkLst>
        <pc:spChg chg="or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2" creationId="{02A7CA1A-EB04-1AB8-0E13-5CD0CEADF23C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46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4:05.026" v="18" actId="20577"/>
          <ac:spMkLst>
            <pc:docMk/>
            <pc:sldMk cId="2810212756" sldId="277"/>
            <ac:spMk id="47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52" creationId="{2B97F24A-32CE-4C1C-A50D-3016B394DCFB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2:50.789" v="0"/>
          <ac:spMkLst>
            <pc:docMk/>
            <pc:sldMk cId="2810212756" sldId="277"/>
            <ac:spMk id="54" creationId="{CD8B4F24-440B-49E9-B85D-733523DC064B}"/>
          </ac:spMkLst>
        </pc:spChg>
        <pc:picChg chg="mod">
          <ac:chgData name="Niklas Lorenz" userId="S::niklas.lorenz@alligator-company.com::b4fce310-0f6e-401b-ba10-ec9850f3f0c6" providerId="AD" clId="Web-{8669D3FE-5B6C-2320-C869-F95717A60C53}" dt="2026-04-02T15:04:30.871" v="21" actId="1076"/>
          <ac:picMkLst>
            <pc:docMk/>
            <pc:sldMk cId="2810212756" sldId="277"/>
            <ac:picMk id="4" creationId="{7F19FD2E-1BD4-F305-32BC-569448E2A56A}"/>
          </ac:picMkLst>
        </pc:picChg>
      </pc:sldChg>
      <pc:sldChg chg="addSp delSp modSp mod setBg">
        <pc:chgData name="Niklas Lorenz" userId="S::niklas.lorenz@alligator-company.com::b4fce310-0f6e-401b-ba10-ec9850f3f0c6" providerId="AD" clId="Web-{8669D3FE-5B6C-2320-C869-F95717A60C53}" dt="2026-04-02T15:28:37.568" v="295" actId="20577"/>
        <pc:sldMkLst>
          <pc:docMk/>
          <pc:sldMk cId="2376848451" sldId="278"/>
        </pc:sldMkLst>
        <pc:spChg chg="or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2" creationId="{295C67D4-1660-AEFA-F6F2-9964D3AC5733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28:37.568" v="295" actId="20577"/>
          <ac:spMkLst>
            <pc:docMk/>
            <pc:sldMk cId="2376848451" sldId="278"/>
            <ac:spMk id="3" creationId="{18A06B48-9939-523D-0694-DBA3E36589BF}"/>
          </ac:spMkLst>
        </pc:spChg>
        <pc:spChg chg="mo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30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16.080" v="102"/>
          <ac:spMkLst>
            <pc:docMk/>
            <pc:sldMk cId="2376848451" sldId="278"/>
            <ac:spMk id="32" creationId="{100EDD19-6802-4EC3-95CE-CFFAB042CFD6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16.080" v="102"/>
          <ac:spMkLst>
            <pc:docMk/>
            <pc:sldMk cId="2376848451" sldId="278"/>
            <ac:spMk id="33" creationId="{DB17E863-922E-4C26-BD64-E8FD41D28661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34" creationId="{100EDD19-6802-4EC3-95CE-CFFAB042CFD6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07.533" v="100"/>
          <ac:spMkLst>
            <pc:docMk/>
            <pc:sldMk cId="2376848451" sldId="278"/>
            <ac:spMk id="35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8669D3FE-5B6C-2320-C869-F95717A60C53}" dt="2026-04-02T15:09:20.018" v="103"/>
          <ac:spMkLst>
            <pc:docMk/>
            <pc:sldMk cId="2376848451" sldId="278"/>
            <ac:spMk id="36" creationId="{DB17E863-922E-4C26-BD64-E8FD41D28661}"/>
          </ac:spMkLst>
        </pc:spChg>
        <pc:spChg chg="add del">
          <ac:chgData name="Niklas Lorenz" userId="S::niklas.lorenz@alligator-company.com::b4fce310-0f6e-401b-ba10-ec9850f3f0c6" providerId="AD" clId="Web-{8669D3FE-5B6C-2320-C869-F95717A60C53}" dt="2026-04-02T15:09:07.533" v="100"/>
          <ac:spMkLst>
            <pc:docMk/>
            <pc:sldMk cId="2376848451" sldId="278"/>
            <ac:spMk id="37" creationId="{DB17E863-922E-4C26-BD64-E8FD41D28661}"/>
          </ac:spMkLst>
        </pc:spChg>
      </pc:sldChg>
      <pc:sldMasterChg chg="mod modSldLayout">
        <pc:chgData name="Niklas Lorenz" userId="S::niklas.lorenz@alligator-company.com::b4fce310-0f6e-401b-ba10-ec9850f3f0c6" providerId="AD" clId="Web-{8669D3FE-5B6C-2320-C869-F95717A60C53}" dt="2026-04-02T15:13:32.739" v="109"/>
        <pc:sldMasterMkLst>
          <pc:docMk/>
          <pc:sldMasterMk cId="0" sldId="2147483648"/>
        </pc:sldMasterMkLst>
        <pc:sldLayoutChg chg="mod">
          <pc:chgData name="Niklas Lorenz" userId="S::niklas.lorenz@alligator-company.com::b4fce310-0f6e-401b-ba10-ec9850f3f0c6" providerId="AD" clId="Web-{8669D3FE-5B6C-2320-C869-F95717A60C53}" dt="2026-04-02T15:13:32.739" v="109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Niklas Lorenz" userId="S::niklas.lorenz@alligator-company.com::b4fce310-0f6e-401b-ba10-ec9850f3f0c6" providerId="AD" clId="Web-{8669D3FE-5B6C-2320-C869-F95717A60C53}" dt="2026-04-02T15:13:32.739" v="109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Niklas Lorenz" userId="S::niklas.lorenz@alligator-company.com::b4fce310-0f6e-401b-ba10-ec9850f3f0c6" providerId="AD" clId="Web-{0A627EFA-C7B5-90FA-E47F-C416B706DE58}"/>
    <pc:docChg chg="modSld">
      <pc:chgData name="Niklas Lorenz" userId="S::niklas.lorenz@alligator-company.com::b4fce310-0f6e-401b-ba10-ec9850f3f0c6" providerId="AD" clId="Web-{0A627EFA-C7B5-90FA-E47F-C416B706DE58}" dt="2026-04-02T09:18:28.568" v="8" actId="20577"/>
      <pc:docMkLst>
        <pc:docMk/>
      </pc:docMkLst>
      <pc:sldChg chg="modSp">
        <pc:chgData name="Niklas Lorenz" userId="S::niklas.lorenz@alligator-company.com::b4fce310-0f6e-401b-ba10-ec9850f3f0c6" providerId="AD" clId="Web-{0A627EFA-C7B5-90FA-E47F-C416B706DE58}" dt="2026-04-02T09:18:28.568" v="8" actId="20577"/>
        <pc:sldMkLst>
          <pc:docMk/>
          <pc:sldMk cId="0" sldId="261"/>
        </pc:sldMkLst>
        <pc:spChg chg="mod">
          <ac:chgData name="Niklas Lorenz" userId="S::niklas.lorenz@alligator-company.com::b4fce310-0f6e-401b-ba10-ec9850f3f0c6" providerId="AD" clId="Web-{0A627EFA-C7B5-90FA-E47F-C416B706DE58}" dt="2026-04-02T09:18:28.568" v="8" actId="20577"/>
          <ac:spMkLst>
            <pc:docMk/>
            <pc:sldMk cId="0" sldId="261"/>
            <ac:spMk id="28" creationId="{00000000-0000-0000-0000-000000000000}"/>
          </ac:spMkLst>
        </pc:spChg>
      </pc:sldChg>
    </pc:docChg>
  </pc:docChgLst>
  <pc:docChgLst>
    <pc:chgData name="Niklas Lorenz" userId="S::niklas.lorenz@alligator-company.com::b4fce310-0f6e-401b-ba10-ec9850f3f0c6" providerId="AD" clId="Web-{09E417C3-7A6E-D56F-4646-2974348A8163}"/>
    <pc:docChg chg="mod addSld delSld modSld sldOrd modMainMaster">
      <pc:chgData name="Niklas Lorenz" userId="S::niklas.lorenz@alligator-company.com::b4fce310-0f6e-401b-ba10-ec9850f3f0c6" providerId="AD" clId="Web-{09E417C3-7A6E-D56F-4646-2974348A8163}" dt="2026-04-02T10:37:38.123" v="1325" actId="20577"/>
      <pc:docMkLst>
        <pc:docMk/>
      </pc:docMkLst>
      <pc:sldChg chg="addSp delSp modSp mod setBg">
        <pc:chgData name="Niklas Lorenz" userId="S::niklas.lorenz@alligator-company.com::b4fce310-0f6e-401b-ba10-ec9850f3f0c6" providerId="AD" clId="Web-{09E417C3-7A6E-D56F-4646-2974348A8163}" dt="2026-04-02T10:11:23.616" v="857"/>
        <pc:sldMkLst>
          <pc:docMk/>
          <pc:sldMk cId="0" sldId="256"/>
        </pc:sldMkLst>
        <pc:spChg chg="add mod">
          <ac:chgData name="Niklas Lorenz" userId="S::niklas.lorenz@alligator-company.com::b4fce310-0f6e-401b-ba10-ec9850f3f0c6" providerId="AD" clId="Web-{09E417C3-7A6E-D56F-4646-2974348A8163}" dt="2026-04-02T10:11:23.616" v="857"/>
          <ac:spMkLst>
            <pc:docMk/>
            <pc:sldMk cId="0" sldId="256"/>
            <ac:spMk id="2" creationId="{F5E809E8-5EC7-7A49-8D7E-1868474318B8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10:29.991" v="85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10:29.991" v="849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70"/>
          <ac:spMkLst>
            <pc:docMk/>
            <pc:sldMk cId="0" sldId="256"/>
            <ac:spMk id="18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70"/>
          <ac:spMkLst>
            <pc:docMk/>
            <pc:sldMk cId="0" sldId="256"/>
            <ac:spMk id="20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14.359" v="767"/>
          <ac:spMkLst>
            <pc:docMk/>
            <pc:sldMk cId="0" sldId="256"/>
            <ac:spMk id="25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14.359" v="767"/>
          <ac:spMkLst>
            <pc:docMk/>
            <pc:sldMk cId="0" sldId="256"/>
            <ac:spMk id="27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69"/>
          <ac:spMkLst>
            <pc:docMk/>
            <pc:sldMk cId="0" sldId="256"/>
            <ac:spMk id="34" creationId="{23D09407-53BC-485E-B4CE-BC5E4FC4B25B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5:23.312" v="769"/>
          <ac:spMkLst>
            <pc:docMk/>
            <pc:sldMk cId="0" sldId="256"/>
            <ac:spMk id="40" creationId="{921DB988-49FC-4608-B0A2-E2F3A4019041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40.114" v="841"/>
          <ac:spMkLst>
            <pc:docMk/>
            <pc:sldMk cId="0" sldId="256"/>
            <ac:spMk id="42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40.114" v="841"/>
          <ac:spMkLst>
            <pc:docMk/>
            <pc:sldMk cId="0" sldId="256"/>
            <ac:spMk id="43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32.270" v="840"/>
          <ac:spMkLst>
            <pc:docMk/>
            <pc:sldMk cId="0" sldId="256"/>
            <ac:spMk id="48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8:32.270" v="840"/>
          <ac:spMkLst>
            <pc:docMk/>
            <pc:sldMk cId="0" sldId="256"/>
            <ac:spMk id="50" creationId="{E6C0DD6B-6AA3-448F-9B99-8386295BC1B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14.772" v="843"/>
          <ac:spMkLst>
            <pc:docMk/>
            <pc:sldMk cId="0" sldId="256"/>
            <ac:spMk id="51" creationId="{5922BD39-6B5B-493A-BE62-58ECD0F7A75A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14.772" v="843"/>
          <ac:spMkLst>
            <pc:docMk/>
            <pc:sldMk cId="0" sldId="256"/>
            <ac:spMk id="55" creationId="{53FD85F6-ECDC-4124-9916-6444E142C663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14.772" v="843"/>
          <ac:spMkLst>
            <pc:docMk/>
            <pc:sldMk cId="0" sldId="256"/>
            <ac:spMk id="57" creationId="{FB5D26B4-74AD-4118-8F13-7051DA3BFA8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0.444" v="845"/>
          <ac:spMkLst>
            <pc:docMk/>
            <pc:sldMk cId="0" sldId="256"/>
            <ac:spMk id="59" creationId="{D17A94B4-8121-4ED6-AB0D-69EE9A6332E6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0.444" v="845"/>
          <ac:spMkLst>
            <pc:docMk/>
            <pc:sldMk cId="0" sldId="256"/>
            <ac:spMk id="61" creationId="{53FD85F6-ECDC-4124-9916-6444E142C663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0.444" v="845"/>
          <ac:spMkLst>
            <pc:docMk/>
            <pc:sldMk cId="0" sldId="256"/>
            <ac:spMk id="62" creationId="{FB5D26B4-74AD-4118-8F13-7051DA3BFA8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5.006" v="847"/>
          <ac:spMkLst>
            <pc:docMk/>
            <pc:sldMk cId="0" sldId="256"/>
            <ac:spMk id="64" creationId="{C59AB4C8-9178-4F7A-8404-6890510B591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5.006" v="847"/>
          <ac:spMkLst>
            <pc:docMk/>
            <pc:sldMk cId="0" sldId="256"/>
            <ac:spMk id="65" creationId="{4CFDFB37-4BC7-42C6-915D-A6609139BFE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9.991" v="849"/>
          <ac:spMkLst>
            <pc:docMk/>
            <pc:sldMk cId="0" sldId="256"/>
            <ac:spMk id="67" creationId="{93245F62-CCC4-49E4-B95B-EA6C1E79051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10:29.991" v="849"/>
          <ac:spMkLst>
            <pc:docMk/>
            <pc:sldMk cId="0" sldId="256"/>
            <ac:spMk id="68" creationId="{E6C0DD6B-6AA3-448F-9B99-8386295BC1B4}"/>
          </ac:spMkLst>
        </pc:spChg>
        <pc:grpChg chg="add del">
          <ac:chgData name="Niklas Lorenz" userId="S::niklas.lorenz@alligator-company.com::b4fce310-0f6e-401b-ba10-ec9850f3f0c6" providerId="AD" clId="Web-{09E417C3-7A6E-D56F-4646-2974348A8163}" dt="2026-04-02T10:05:23.312" v="769"/>
          <ac:grpSpMkLst>
            <pc:docMk/>
            <pc:sldMk cId="0" sldId="256"/>
            <ac:grpSpMk id="29" creationId="{E9B930FD-8671-4C4C-ADCF-73AC1D0CD417}"/>
          </ac:grpSpMkLst>
        </pc:grpChg>
        <pc:grpChg chg="add del">
          <ac:chgData name="Niklas Lorenz" userId="S::niklas.lorenz@alligator-company.com::b4fce310-0f6e-401b-ba10-ec9850f3f0c6" providerId="AD" clId="Web-{09E417C3-7A6E-D56F-4646-2974348A8163}" dt="2026-04-02T10:05:23.312" v="769"/>
          <ac:grpSpMkLst>
            <pc:docMk/>
            <pc:sldMk cId="0" sldId="256"/>
            <ac:grpSpMk id="35" creationId="{383C2651-AE0C-4AE4-8725-E2F9414FE219}"/>
          </ac:grpSpMkLst>
        </pc:grpChg>
        <pc:picChg chg="mod">
          <ac:chgData name="Niklas Lorenz" userId="S::niklas.lorenz@alligator-company.com::b4fce310-0f6e-401b-ba10-ec9850f3f0c6" providerId="AD" clId="Web-{09E417C3-7A6E-D56F-4646-2974348A8163}" dt="2026-04-02T10:10:29.991" v="849"/>
          <ac:picMkLst>
            <pc:docMk/>
            <pc:sldMk cId="0" sldId="256"/>
            <ac:picMk id="13" creationId="{00000000-0000-0000-0000-000000000000}"/>
          </ac:picMkLst>
        </pc:picChg>
        <pc:picChg chg="add del">
          <ac:chgData name="Niklas Lorenz" userId="S::niklas.lorenz@alligator-company.com::b4fce310-0f6e-401b-ba10-ec9850f3f0c6" providerId="AD" clId="Web-{09E417C3-7A6E-D56F-4646-2974348A8163}" dt="2026-04-02T10:10:14.772" v="843"/>
          <ac:picMkLst>
            <pc:docMk/>
            <pc:sldMk cId="0" sldId="256"/>
            <ac:picMk id="53" creationId="{4741521E-DC76-41B9-8A47-448CD4F9FA46}"/>
          </ac:picMkLst>
        </pc:picChg>
        <pc:picChg chg="add del">
          <ac:chgData name="Niklas Lorenz" userId="S::niklas.lorenz@alligator-company.com::b4fce310-0f6e-401b-ba10-ec9850f3f0c6" providerId="AD" clId="Web-{09E417C3-7A6E-D56F-4646-2974348A8163}" dt="2026-04-02T10:10:20.444" v="845"/>
          <ac:picMkLst>
            <pc:docMk/>
            <pc:sldMk cId="0" sldId="256"/>
            <ac:picMk id="60" creationId="{4741521E-DC76-41B9-8A47-448CD4F9FA46}"/>
          </ac:picMkLst>
        </pc:picChg>
        <pc:cxnChg chg="add del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45" creationId="{192712F8-36FA-35DF-0CE8-4098D93322A3}"/>
          </ac:cxnSpMkLst>
        </pc:cxnChg>
        <pc:cxnChg chg="add del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46" creationId="{AF9469B9-6468-5B6A-E832-8D4590388432}"/>
          </ac:cxnSpMkLst>
        </pc:cxnChg>
        <pc:cxnChg chg="add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70" creationId="{192712F8-36FA-35DF-0CE8-4098D93322A3}"/>
          </ac:cxnSpMkLst>
        </pc:cxnChg>
        <pc:cxnChg chg="add">
          <ac:chgData name="Niklas Lorenz" userId="S::niklas.lorenz@alligator-company.com::b4fce310-0f6e-401b-ba10-ec9850f3f0c6" providerId="AD" clId="Web-{09E417C3-7A6E-D56F-4646-2974348A8163}" dt="2026-04-02T10:10:29.991" v="850"/>
          <ac:cxnSpMkLst>
            <pc:docMk/>
            <pc:sldMk cId="0" sldId="256"/>
            <ac:cxnSpMk id="71" creationId="{AF9469B9-6468-5B6A-E832-8D4590388432}"/>
          </ac:cxnSpMkLst>
        </pc:cxnChg>
      </pc:sldChg>
      <pc:sldChg chg="addSp delSp modSp">
        <pc:chgData name="Niklas Lorenz" userId="S::niklas.lorenz@alligator-company.com::b4fce310-0f6e-401b-ba10-ec9850f3f0c6" providerId="AD" clId="Web-{09E417C3-7A6E-D56F-4646-2974348A8163}" dt="2026-04-02T09:57:13.325" v="704"/>
        <pc:sldMkLst>
          <pc:docMk/>
          <pc:sldMk cId="0" sldId="257"/>
        </pc:sldMkLst>
        <pc:spChg chg="add mod">
          <ac:chgData name="Niklas Lorenz" userId="S::niklas.lorenz@alligator-company.com::b4fce310-0f6e-401b-ba10-ec9850f3f0c6" providerId="AD" clId="Web-{09E417C3-7A6E-D56F-4646-2974348A8163}" dt="2026-04-02T09:53:22.604" v="695" actId="1076"/>
          <ac:spMkLst>
            <pc:docMk/>
            <pc:sldMk cId="0" sldId="257"/>
            <ac:spMk id="3" creationId="{743E7043-0D06-E273-C4BC-E82A21A40337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09:48:31.769" v="692"/>
          <ac:spMkLst>
            <pc:docMk/>
            <pc:sldMk cId="0" sldId="257"/>
            <ac:spMk id="4" creationId="{05DA9838-6C0F-FD04-5704-0FCE94D140EA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09:57:13.325" v="704"/>
          <ac:spMkLst>
            <pc:docMk/>
            <pc:sldMk cId="0" sldId="257"/>
            <ac:spMk id="15" creationId="{00000000-0000-0000-0000-000000000000}"/>
          </ac:spMkLst>
        </pc:spChg>
        <pc:graphicFrameChg chg="add">
          <ac:chgData name="Niklas Lorenz" userId="S::niklas.lorenz@alligator-company.com::b4fce310-0f6e-401b-ba10-ec9850f3f0c6" providerId="AD" clId="Web-{09E417C3-7A6E-D56F-4646-2974348A8163}" dt="2026-04-02T09:57:13.325" v="704"/>
          <ac:graphicFrameMkLst>
            <pc:docMk/>
            <pc:sldMk cId="0" sldId="257"/>
            <ac:graphicFrameMk id="18" creationId="{0FF61CAD-EFFE-60DC-383A-27E7B1F61037}"/>
          </ac:graphicFrameMkLst>
        </pc:graphicFrameChg>
        <pc:picChg chg="del">
          <ac:chgData name="Niklas Lorenz" userId="S::niklas.lorenz@alligator-company.com::b4fce310-0f6e-401b-ba10-ec9850f3f0c6" providerId="AD" clId="Web-{09E417C3-7A6E-D56F-4646-2974348A8163}" dt="2026-04-02T09:57:09.731" v="703"/>
          <ac:picMkLst>
            <pc:docMk/>
            <pc:sldMk cId="0" sldId="257"/>
            <ac:picMk id="17" creationId="{00000000-0000-0000-0000-000000000000}"/>
          </ac:picMkLst>
        </pc:picChg>
      </pc:sldChg>
      <pc:sldChg chg="addSp modSp">
        <pc:chgData name="Niklas Lorenz" userId="S::niklas.lorenz@alligator-company.com::b4fce310-0f6e-401b-ba10-ec9850f3f0c6" providerId="AD" clId="Web-{09E417C3-7A6E-D56F-4646-2974348A8163}" dt="2026-04-02T09:53:29.557" v="696" actId="1076"/>
        <pc:sldMkLst>
          <pc:docMk/>
          <pc:sldMk cId="0" sldId="258"/>
        </pc:sldMkLst>
        <pc:spChg chg="add mod">
          <ac:chgData name="Niklas Lorenz" userId="S::niklas.lorenz@alligator-company.com::b4fce310-0f6e-401b-ba10-ec9850f3f0c6" providerId="AD" clId="Web-{09E417C3-7A6E-D56F-4646-2974348A8163}" dt="2026-04-02T09:48:31.769" v="692"/>
          <ac:spMkLst>
            <pc:docMk/>
            <pc:sldMk cId="0" sldId="258"/>
            <ac:spMk id="2" creationId="{EB4CDF02-C0E4-5B2B-2372-FD899D46F3A7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09:53:29.557" v="696" actId="1076"/>
          <ac:spMkLst>
            <pc:docMk/>
            <pc:sldMk cId="0" sldId="258"/>
            <ac:spMk id="20" creationId="{00000000-0000-0000-0000-000000000000}"/>
          </ac:spMkLst>
        </pc:spChg>
      </pc:sldChg>
      <pc:sldChg chg="addSp delSp modSp mod setBg">
        <pc:chgData name="Niklas Lorenz" userId="S::niklas.lorenz@alligator-company.com::b4fce310-0f6e-401b-ba10-ec9850f3f0c6" providerId="AD" clId="Web-{09E417C3-7A6E-D56F-4646-2974348A8163}" dt="2026-04-02T10:14:23.431" v="883" actId="20577"/>
        <pc:sldMkLst>
          <pc:docMk/>
          <pc:sldMk cId="0" sldId="259"/>
        </pc:sldMkLst>
        <pc:spChg chg="add mod">
          <ac:chgData name="Niklas Lorenz" userId="S::niklas.lorenz@alligator-company.com::b4fce310-0f6e-401b-ba10-ec9850f3f0c6" providerId="AD" clId="Web-{09E417C3-7A6E-D56F-4646-2974348A8163}" dt="2026-04-02T10:00:18.686" v="720"/>
          <ac:spMkLst>
            <pc:docMk/>
            <pc:sldMk cId="0" sldId="259"/>
            <ac:spMk id="2" creationId="{76301365-8FAF-47EB-FD31-39EBA0715524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09:50:00.381" v="694"/>
          <ac:spMkLst>
            <pc:docMk/>
            <pc:sldMk cId="0" sldId="259"/>
            <ac:spMk id="3" creationId="{CE7FE046-71C5-0536-7FBE-FE576C5219F6}"/>
          </ac:spMkLst>
        </pc:spChg>
        <pc:spChg chg="mod ord">
          <ac:chgData name="Niklas Lorenz" userId="S::niklas.lorenz@alligator-company.com::b4fce310-0f6e-401b-ba10-ec9850f3f0c6" providerId="AD" clId="Web-{09E417C3-7A6E-D56F-4646-2974348A8163}" dt="2026-04-02T10:12:28.086" v="861" actId="20577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09:58:17.325" v="711"/>
          <ac:spMkLst>
            <pc:docMk/>
            <pc:sldMk cId="0" sldId="259"/>
            <ac:spMk id="23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8.686" v="721"/>
          <ac:spMkLst>
            <pc:docMk/>
            <pc:sldMk cId="0" sldId="259"/>
            <ac:spMk id="29" creationId="{7ED7575E-88D2-B771-681D-46A7E55415DD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14:23.431" v="883" actId="20577"/>
          <ac:spMkLst>
            <pc:docMk/>
            <pc:sldMk cId="0" sldId="259"/>
            <ac:spMk id="31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36" creationId="{6B5E2835-4E47-45B3-9CFE-732FF7B0547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38" creationId="{5B45AD5D-AA52-4F7B-9362-576A39AD9E09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40" creationId="{AEDD7960-4866-4399-BEF6-DD1431AB4E34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42" creationId="{55D4142C-5077-457F-A6AD-3FECFDB39685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03.123" v="716"/>
          <ac:spMkLst>
            <pc:docMk/>
            <pc:sldMk cId="0" sldId="259"/>
            <ac:spMk id="44" creationId="{7A5F0580-5EE9-419F-96EE-B6529EF6E7D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1.357" v="718"/>
          <ac:spMkLst>
            <pc:docMk/>
            <pc:sldMk cId="0" sldId="259"/>
            <ac:spMk id="46" creationId="{2EB492CD-616E-47F8-933B-5E2D952A0593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1.357" v="718"/>
          <ac:spMkLst>
            <pc:docMk/>
            <pc:sldMk cId="0" sldId="259"/>
            <ac:spMk id="47" creationId="{59383CF9-23B5-4335-9B21-1791C4CF1C75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1.357" v="718"/>
          <ac:spMkLst>
            <pc:docMk/>
            <pc:sldMk cId="0" sldId="259"/>
            <ac:spMk id="48" creationId="{0007FE00-9498-4706-B255-6437B0252C0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8.686" v="720"/>
          <ac:spMkLst>
            <pc:docMk/>
            <pc:sldMk cId="0" sldId="259"/>
            <ac:spMk id="50" creationId="{04812C46-200A-4DEB-A05E-3ED6C68C238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18.686" v="720"/>
          <ac:spMkLst>
            <pc:docMk/>
            <pc:sldMk cId="0" sldId="259"/>
            <ac:spMk id="51" creationId="{D1EA859B-E555-4109-94F3-6700E046E00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0:18.686" v="721"/>
          <ac:spMkLst>
            <pc:docMk/>
            <pc:sldMk cId="0" sldId="259"/>
            <ac:spMk id="53" creationId="{7B831B6F-405A-4B47-B9BB-5CA88F285844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0:18.686" v="721"/>
          <ac:spMkLst>
            <pc:docMk/>
            <pc:sldMk cId="0" sldId="259"/>
            <ac:spMk id="54" creationId="{953EE71A-6488-4203-A7C4-77102FD0DCCA}"/>
          </ac:spMkLst>
        </pc:spChg>
        <pc:grpChg chg="add del">
          <ac:chgData name="Niklas Lorenz" userId="S::niklas.lorenz@alligator-company.com::b4fce310-0f6e-401b-ba10-ec9850f3f0c6" providerId="AD" clId="Web-{09E417C3-7A6E-D56F-4646-2974348A8163}" dt="2026-04-02T09:57:59.028" v="706"/>
          <ac:grpSpMkLst>
            <pc:docMk/>
            <pc:sldMk cId="0" sldId="259"/>
            <ac:grpSpMk id="28" creationId="{3AFCAD34-1AFC-BC1A-F6B2-C34C63912EAB}"/>
          </ac:grpSpMkLst>
        </pc:grpChg>
        <pc:graphicFrameChg chg="add del">
          <ac:chgData name="Niklas Lorenz" userId="S::niklas.lorenz@alligator-company.com::b4fce310-0f6e-401b-ba10-ec9850f3f0c6" providerId="AD" clId="Web-{09E417C3-7A6E-D56F-4646-2974348A8163}" dt="2026-04-02T09:58:11.091" v="708"/>
          <ac:graphicFrameMkLst>
            <pc:docMk/>
            <pc:sldMk cId="0" sldId="259"/>
            <ac:graphicFrameMk id="25" creationId="{298F6585-FBFF-E20F-EA32-4EB6AFD8008E}"/>
          </ac:graphicFrameMkLst>
        </pc:graphicFrameChg>
        <pc:graphicFrameChg chg="add del">
          <ac:chgData name="Niklas Lorenz" userId="S::niklas.lorenz@alligator-company.com::b4fce310-0f6e-401b-ba10-ec9850f3f0c6" providerId="AD" clId="Web-{09E417C3-7A6E-D56F-4646-2974348A8163}" dt="2026-04-02T09:58:17.310" v="710"/>
          <ac:graphicFrameMkLst>
            <pc:docMk/>
            <pc:sldMk cId="0" sldId="259"/>
            <ac:graphicFrameMk id="27" creationId="{08748C62-5BB3-0165-0A7E-EB4E90A737F8}"/>
          </ac:graphicFrameMkLst>
        </pc:graphicFrameChg>
        <pc:picChg chg="mod ord">
          <ac:chgData name="Niklas Lorenz" userId="S::niklas.lorenz@alligator-company.com::b4fce310-0f6e-401b-ba10-ec9850f3f0c6" providerId="AD" clId="Web-{09E417C3-7A6E-D56F-4646-2974348A8163}" dt="2026-04-02T10:00:18.686" v="721"/>
          <ac:picMkLst>
            <pc:docMk/>
            <pc:sldMk cId="0" sldId="259"/>
            <ac:picMk id="22" creationId="{00000000-0000-0000-0000-000000000000}"/>
          </ac:picMkLst>
        </pc:picChg>
        <pc:cxnChg chg="add del">
          <ac:chgData name="Niklas Lorenz" userId="S::niklas.lorenz@alligator-company.com::b4fce310-0f6e-401b-ba10-ec9850f3f0c6" providerId="AD" clId="Web-{09E417C3-7A6E-D56F-4646-2974348A8163}" dt="2026-04-02T10:00:18.686" v="721"/>
          <ac:cxnSpMkLst>
            <pc:docMk/>
            <pc:sldMk cId="0" sldId="259"/>
            <ac:cxnSpMk id="30" creationId="{249EDD1B-F94D-B4E6-ACAA-566B9A26FDE3}"/>
          </ac:cxnSpMkLst>
        </pc:cxnChg>
      </pc:sldChg>
      <pc:sldChg chg="modSp del">
        <pc:chgData name="Niklas Lorenz" userId="S::niklas.lorenz@alligator-company.com::b4fce310-0f6e-401b-ba10-ec9850f3f0c6" providerId="AD" clId="Web-{09E417C3-7A6E-D56F-4646-2974348A8163}" dt="2026-04-02T09:47:14.128" v="673"/>
        <pc:sldMkLst>
          <pc:docMk/>
          <pc:sldMk cId="0" sldId="260"/>
        </pc:sldMkLst>
        <pc:spChg chg="mod">
          <ac:chgData name="Niklas Lorenz" userId="S::niklas.lorenz@alligator-company.com::b4fce310-0f6e-401b-ba10-ec9850f3f0c6" providerId="AD" clId="Web-{09E417C3-7A6E-D56F-4646-2974348A8163}" dt="2026-04-02T09:37:06.624" v="569" actId="1076"/>
          <ac:spMkLst>
            <pc:docMk/>
            <pc:sldMk cId="0" sldId="260"/>
            <ac:spMk id="25" creationId="{00000000-0000-0000-0000-000000000000}"/>
          </ac:spMkLst>
        </pc:spChg>
        <pc:graphicFrameChg chg="mod">
          <ac:chgData name="Niklas Lorenz" userId="S::niklas.lorenz@alligator-company.com::b4fce310-0f6e-401b-ba10-ec9850f3f0c6" providerId="AD" clId="Web-{09E417C3-7A6E-D56F-4646-2974348A8163}" dt="2026-04-02T09:36:43.514" v="562" actId="1076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modSp del">
        <pc:chgData name="Niklas Lorenz" userId="S::niklas.lorenz@alligator-company.com::b4fce310-0f6e-401b-ba10-ec9850f3f0c6" providerId="AD" clId="Web-{09E417C3-7A6E-D56F-4646-2974348A8163}" dt="2026-04-02T09:22:05.254" v="107"/>
        <pc:sldMkLst>
          <pc:docMk/>
          <pc:sldMk cId="0" sldId="261"/>
        </pc:sldMkLst>
        <pc:spChg chg="mod">
          <ac:chgData name="Niklas Lorenz" userId="S::niklas.lorenz@alligator-company.com::b4fce310-0f6e-401b-ba10-ec9850f3f0c6" providerId="AD" clId="Web-{09E417C3-7A6E-D56F-4646-2974348A8163}" dt="2026-04-02T09:21:53.598" v="101" actId="14100"/>
          <ac:spMkLst>
            <pc:docMk/>
            <pc:sldMk cId="0" sldId="261"/>
            <ac:spMk id="28" creationId="{00000000-0000-0000-0000-000000000000}"/>
          </ac:spMkLst>
        </pc:spChg>
      </pc:sldChg>
      <pc:sldChg chg="addSp delSp modSp mod ord setBg">
        <pc:chgData name="Niklas Lorenz" userId="S::niklas.lorenz@alligator-company.com::b4fce310-0f6e-401b-ba10-ec9850f3f0c6" providerId="AD" clId="Web-{09E417C3-7A6E-D56F-4646-2974348A8163}" dt="2026-04-02T10:37:38.123" v="1325" actId="20577"/>
        <pc:sldMkLst>
          <pc:docMk/>
          <pc:sldMk cId="0" sldId="262"/>
        </pc:sldMkLst>
        <pc:spChg chg="add mo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2" creationId="{295C67D4-1660-AEFA-F6F2-9964D3AC5733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37:14.091" v="1314" actId="1076"/>
          <ac:spMkLst>
            <pc:docMk/>
            <pc:sldMk cId="0" sldId="262"/>
            <ac:spMk id="4" creationId="{5020F8B7-A794-0402-9A50-1730D06EDC75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10:37:38.123" v="1325" actId="20577"/>
          <ac:spMkLst>
            <pc:docMk/>
            <pc:sldMk cId="0" sldId="262"/>
            <ac:spMk id="5" creationId="{1A873EDF-E20F-BF69-5A2D-D19AB67A9722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30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36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29.108" v="748"/>
          <ac:spMkLst>
            <pc:docMk/>
            <pc:sldMk cId="0" sldId="262"/>
            <ac:spMk id="38" creationId="{670CEDEF-4F34-412E-84EE-329C1E936AF5}"/>
          </ac:spMkLst>
        </pc:spChg>
        <pc:graphicFrameChg chg="mod ord modGraphic">
          <ac:chgData name="Niklas Lorenz" userId="S::niklas.lorenz@alligator-company.com::b4fce310-0f6e-401b-ba10-ec9850f3f0c6" providerId="AD" clId="Web-{09E417C3-7A6E-D56F-4646-2974348A8163}" dt="2026-04-02T10:36:13.559" v="1308" actId="1076"/>
          <ac:graphicFrameMkLst>
            <pc:docMk/>
            <pc:sldMk cId="0" sldId="262"/>
            <ac:graphicFrameMk id="31" creationId="{00000000-0000-0000-0000-000000000000}"/>
          </ac:graphicFrameMkLst>
        </pc:graphicFrameChg>
        <pc:cxnChg chg="add del">
          <ac:chgData name="Niklas Lorenz" userId="S::niklas.lorenz@alligator-company.com::b4fce310-0f6e-401b-ba10-ec9850f3f0c6" providerId="AD" clId="Web-{09E417C3-7A6E-D56F-4646-2974348A8163}" dt="2026-04-02T10:36:30.762" v="1310"/>
          <ac:cxnSpMkLst>
            <pc:docMk/>
            <pc:sldMk cId="0" sldId="262"/>
            <ac:cxnSpMk id="3" creationId="{6DD30A4E-E625-F4C3-57E3-38A7F3C69881}"/>
          </ac:cxnSpMkLst>
        </pc:cxnChg>
      </pc:sldChg>
      <pc:sldChg chg="addSp modSp del mod setBg">
        <pc:chgData name="Niklas Lorenz" userId="S::niklas.lorenz@alligator-company.com::b4fce310-0f6e-401b-ba10-ec9850f3f0c6" providerId="AD" clId="Web-{09E417C3-7A6E-D56F-4646-2974348A8163}" dt="2026-04-02T10:31:45.115" v="1104"/>
        <pc:sldMkLst>
          <pc:docMk/>
          <pc:sldMk cId="0" sldId="263"/>
        </pc:sldMkLst>
        <pc:spChg chg="add mo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2" creationId="{F256A381-CA7D-8756-8A73-811A027685E6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32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23:10.638" v="903" actId="20577"/>
          <ac:spMkLst>
            <pc:docMk/>
            <pc:sldMk cId="0" sldId="263"/>
            <ac:spMk id="33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38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39.530" v="749"/>
          <ac:spMkLst>
            <pc:docMk/>
            <pc:sldMk cId="0" sldId="263"/>
            <ac:spMk id="40" creationId="{DB17E863-922E-4C26-BD64-E8FD41D28661}"/>
          </ac:spMkLst>
        </pc:sp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2:50.171" v="750"/>
        <pc:sldMkLst>
          <pc:docMk/>
          <pc:sldMk cId="0" sldId="264"/>
        </pc:sldMkLst>
        <pc:spChg chg="add mo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2" creationId="{B7A03BA3-904A-B62C-6DC4-43F3BB08BD08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34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35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40" creationId="{777A147A-9ED8-46B4-8660-1B3C2AA880B5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50.171" v="750"/>
          <ac:spMkLst>
            <pc:docMk/>
            <pc:sldMk cId="0" sldId="264"/>
            <ac:spMk id="42" creationId="{5D6C15A0-C087-4593-8414-2B4EC1CDC3DE}"/>
          </ac:spMkLst>
        </pc:sp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3:15.968" v="751"/>
        <pc:sldMkLst>
          <pc:docMk/>
          <pc:sldMk cId="0" sldId="265"/>
        </pc:sldMkLst>
        <pc:spChg chg="add mo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2" creationId="{721190AB-0761-4B95-E52F-351763DAF7C6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36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37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42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15.968" v="751"/>
          <ac:spMkLst>
            <pc:docMk/>
            <pc:sldMk cId="0" sldId="265"/>
            <ac:spMk id="44" creationId="{DB17E863-922E-4C26-BD64-E8FD41D28661}"/>
          </ac:spMkLst>
        </pc:spChg>
      </pc:sldChg>
      <pc:sldChg chg="addSp delSp modSp mod setBg">
        <pc:chgData name="Niklas Lorenz" userId="S::niklas.lorenz@alligator-company.com::b4fce310-0f6e-401b-ba10-ec9850f3f0c6" providerId="AD" clId="Web-{09E417C3-7A6E-D56F-4646-2974348A8163}" dt="2026-04-02T10:03:42.327" v="754"/>
        <pc:sldMkLst>
          <pc:docMk/>
          <pc:sldMk cId="0" sldId="266"/>
        </pc:sldMkLst>
        <pc:spChg chg="add mod">
          <ac:chgData name="Niklas Lorenz" userId="S::niklas.lorenz@alligator-company.com::b4fce310-0f6e-401b-ba10-ec9850f3f0c6" providerId="AD" clId="Web-{09E417C3-7A6E-D56F-4646-2974348A8163}" dt="2026-04-02T10:03:22.405" v="752"/>
          <ac:spMkLst>
            <pc:docMk/>
            <pc:sldMk cId="0" sldId="266"/>
            <ac:spMk id="2" creationId="{67DBF486-17E3-C50D-013D-6B7D80CD65A5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38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44" creationId="{C59AB4C8-9178-4F7A-8404-6890510B591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46" creationId="{4CFDFB37-4BC7-42C6-915D-A6609139BFE7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51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42.327" v="754"/>
          <ac:spMkLst>
            <pc:docMk/>
            <pc:sldMk cId="0" sldId="266"/>
            <ac:spMk id="53" creationId="{670CEDEF-4F34-412E-84EE-329C1E936AF5}"/>
          </ac:spMkLst>
        </pc:spChg>
        <pc:picChg chg="mod">
          <ac:chgData name="Niklas Lorenz" userId="S::niklas.lorenz@alligator-company.com::b4fce310-0f6e-401b-ba10-ec9850f3f0c6" providerId="AD" clId="Web-{09E417C3-7A6E-D56F-4646-2974348A8163}" dt="2026-04-02T10:03:42.327" v="754"/>
          <ac:picMkLst>
            <pc:docMk/>
            <pc:sldMk cId="0" sldId="266"/>
            <ac:picMk id="39" creationId="{00000000-0000-0000-0000-000000000000}"/>
          </ac:picMkLst>
        </pc:pic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3:26.671" v="753"/>
        <pc:sldMkLst>
          <pc:docMk/>
          <pc:sldMk cId="0" sldId="267"/>
        </pc:sldMkLst>
        <pc:spChg chg="add mo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2" creationId="{FD35893B-7647-B585-CB0D-EACEBC35E789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40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46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26.671" v="753"/>
          <ac:spMkLst>
            <pc:docMk/>
            <pc:sldMk cId="0" sldId="267"/>
            <ac:spMk id="48" creationId="{670CEDEF-4F34-412E-84EE-329C1E936AF5}"/>
          </ac:spMkLst>
        </pc:spChg>
        <pc:picChg chg="mod">
          <ac:chgData name="Niklas Lorenz" userId="S::niklas.lorenz@alligator-company.com::b4fce310-0f6e-401b-ba10-ec9850f3f0c6" providerId="AD" clId="Web-{09E417C3-7A6E-D56F-4646-2974348A8163}" dt="2026-04-02T10:03:26.671" v="753"/>
          <ac:picMkLst>
            <pc:docMk/>
            <pc:sldMk cId="0" sldId="267"/>
            <ac:picMk id="41" creationId="{00000000-0000-0000-0000-000000000000}"/>
          </ac:picMkLst>
        </pc:pic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3:56.984" v="755"/>
        <pc:sldMkLst>
          <pc:docMk/>
          <pc:sldMk cId="0" sldId="268"/>
        </pc:sldMkLst>
        <pc:spChg chg="add mo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2" creationId="{F6B275C7-3391-4713-1569-32051696A037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42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43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48" creationId="{777A147A-9ED8-46B4-8660-1B3C2AA880B5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3:56.984" v="755"/>
          <ac:spMkLst>
            <pc:docMk/>
            <pc:sldMk cId="0" sldId="268"/>
            <ac:spMk id="50" creationId="{5D6C15A0-C087-4593-8414-2B4EC1CDC3DE}"/>
          </ac:spMkLst>
        </pc:sp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4:03.187" v="756"/>
        <pc:sldMkLst>
          <pc:docMk/>
          <pc:sldMk cId="0" sldId="269"/>
        </pc:sldMkLst>
        <pc:spChg chg="add mo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2" creationId="{F9C35BE8-E420-2554-3869-C6E7FBC8EE4D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44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50" creationId="{BCED4D40-4B67-4331-AC48-79B82B4A47D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3.187" v="756"/>
          <ac:spMkLst>
            <pc:docMk/>
            <pc:sldMk cId="0" sldId="269"/>
            <ac:spMk id="52" creationId="{670CEDEF-4F34-412E-84EE-329C1E936AF5}"/>
          </ac:spMkLst>
        </pc:spChg>
        <pc:graphicFrameChg chg="mod ord">
          <ac:chgData name="Niklas Lorenz" userId="S::niklas.lorenz@alligator-company.com::b4fce310-0f6e-401b-ba10-ec9850f3f0c6" providerId="AD" clId="Web-{09E417C3-7A6E-D56F-4646-2974348A8163}" dt="2026-04-02T10:04:03.187" v="756"/>
          <ac:graphicFrameMkLst>
            <pc:docMk/>
            <pc:sldMk cId="0" sldId="269"/>
            <ac:graphicFrameMk id="45" creationId="{00000000-0000-0000-0000-000000000000}"/>
          </ac:graphicFrameMkLst>
        </pc:graphicFrameChg>
      </pc:sldChg>
      <pc:sldChg chg="addSp modSp mod setBg">
        <pc:chgData name="Niklas Lorenz" userId="S::niklas.lorenz@alligator-company.com::b4fce310-0f6e-401b-ba10-ec9850f3f0c6" providerId="AD" clId="Web-{09E417C3-7A6E-D56F-4646-2974348A8163}" dt="2026-04-02T10:04:09.327" v="757"/>
        <pc:sldMkLst>
          <pc:docMk/>
          <pc:sldMk cId="0" sldId="270"/>
        </pc:sldMkLst>
        <pc:spChg chg="add mo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2" creationId="{02A7CA1A-EB04-1AB8-0E13-5CD0CEADF23C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46" creationId="{00000000-0000-0000-0000-00000000000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47" creationId="{00000000-0000-0000-0000-000000000000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52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09.327" v="757"/>
          <ac:spMkLst>
            <pc:docMk/>
            <pc:sldMk cId="0" sldId="270"/>
            <ac:spMk id="54" creationId="{DB17E863-922E-4C26-BD64-E8FD41D28661}"/>
          </ac:spMkLst>
        </pc:spChg>
      </pc:sldChg>
      <pc:sldChg chg="addSp delSp modSp mod setBg">
        <pc:chgData name="Niklas Lorenz" userId="S::niklas.lorenz@alligator-company.com::b4fce310-0f6e-401b-ba10-ec9850f3f0c6" providerId="AD" clId="Web-{09E417C3-7A6E-D56F-4646-2974348A8163}" dt="2026-04-02T10:04:24.296" v="760"/>
        <pc:sldMkLst>
          <pc:docMk/>
          <pc:sldMk cId="0" sldId="271"/>
        </pc:sldMkLst>
        <pc:spChg chg="add mo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2" creationId="{5E5F81D0-E221-E18F-88F4-2438E2C4822B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48" creationId="{00000000-0000-0000-0000-000000000000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49" creationId="{00000000-0000-0000-0000-000000000000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4:24.296" v="759"/>
          <ac:spMkLst>
            <pc:docMk/>
            <pc:sldMk cId="0" sldId="271"/>
            <ac:spMk id="54" creationId="{777A147A-9ED8-46B4-8660-1B3C2AA880B5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4:24.296" v="759"/>
          <ac:spMkLst>
            <pc:docMk/>
            <pc:sldMk cId="0" sldId="271"/>
            <ac:spMk id="56" creationId="{5D6C15A0-C087-4593-8414-2B4EC1CDC3DE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58" creationId="{943CAA20-3569-4189-9E48-239A229A86CA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4:24.296" v="760"/>
          <ac:spMkLst>
            <pc:docMk/>
            <pc:sldMk cId="0" sldId="271"/>
            <ac:spMk id="59" creationId="{DA542B6D-E775-4832-91DC-2D20F857813A}"/>
          </ac:spMkLst>
        </pc:spChg>
      </pc:sldChg>
      <pc:sldChg chg="addSp modSp new del">
        <pc:chgData name="Niklas Lorenz" userId="S::niklas.lorenz@alligator-company.com::b4fce310-0f6e-401b-ba10-ec9850f3f0c6" providerId="AD" clId="Web-{09E417C3-7A6E-D56F-4646-2974348A8163}" dt="2026-04-02T09:34:02.105" v="516"/>
        <pc:sldMkLst>
          <pc:docMk/>
          <pc:sldMk cId="3927840530" sldId="272"/>
        </pc:sldMkLst>
        <pc:spChg chg="mod">
          <ac:chgData name="Niklas Lorenz" userId="S::niklas.lorenz@alligator-company.com::b4fce310-0f6e-401b-ba10-ec9850f3f0c6" providerId="AD" clId="Web-{09E417C3-7A6E-D56F-4646-2974348A8163}" dt="2026-04-02T09:19:01.705" v="20" actId="20577"/>
          <ac:spMkLst>
            <pc:docMk/>
            <pc:sldMk cId="3927840530" sldId="272"/>
            <ac:spMk id="2" creationId="{1956DB34-32A9-34A8-5EC6-16748014CCC5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09:23:48.146" v="125" actId="20577"/>
          <ac:spMkLst>
            <pc:docMk/>
            <pc:sldMk cId="3927840530" sldId="272"/>
            <ac:spMk id="3" creationId="{2A15A9A2-5017-DB76-4907-6B6283598BC4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09:22:03.785" v="106"/>
          <ac:spMkLst>
            <pc:docMk/>
            <pc:sldMk cId="3927840530" sldId="272"/>
            <ac:spMk id="5" creationId="{F184800A-4B0F-2593-0637-312AFC120A6E}"/>
          </ac:spMkLst>
        </pc:spChg>
      </pc:sldChg>
      <pc:sldChg chg="modSp new del ord">
        <pc:chgData name="Niklas Lorenz" userId="S::niklas.lorenz@alligator-company.com::b4fce310-0f6e-401b-ba10-ec9850f3f0c6" providerId="AD" clId="Web-{09E417C3-7A6E-D56F-4646-2974348A8163}" dt="2026-04-02T09:34:07.183" v="517"/>
        <pc:sldMkLst>
          <pc:docMk/>
          <pc:sldMk cId="4193850590" sldId="273"/>
        </pc:sldMkLst>
        <pc:spChg chg="mod">
          <ac:chgData name="Niklas Lorenz" userId="S::niklas.lorenz@alligator-company.com::b4fce310-0f6e-401b-ba10-ec9850f3f0c6" providerId="AD" clId="Web-{09E417C3-7A6E-D56F-4646-2974348A8163}" dt="2026-04-02T09:24:50.709" v="149" actId="20577"/>
          <ac:spMkLst>
            <pc:docMk/>
            <pc:sldMk cId="4193850590" sldId="273"/>
            <ac:spMk id="2" creationId="{C7556011-0991-1B81-9FF9-3D56CEF48510}"/>
          </ac:spMkLst>
        </pc:spChg>
        <pc:spChg chg="mod">
          <ac:chgData name="Niklas Lorenz" userId="S::niklas.lorenz@alligator-company.com::b4fce310-0f6e-401b-ba10-ec9850f3f0c6" providerId="AD" clId="Web-{09E417C3-7A6E-D56F-4646-2974348A8163}" dt="2026-04-02T09:25:11.552" v="162" actId="20577"/>
          <ac:spMkLst>
            <pc:docMk/>
            <pc:sldMk cId="4193850590" sldId="273"/>
            <ac:spMk id="3" creationId="{07585067-E5D8-81AA-C8FF-39031E514246}"/>
          </ac:spMkLst>
        </pc:spChg>
      </pc:sldChg>
      <pc:sldChg chg="addSp delSp modSp add mod replId setBg">
        <pc:chgData name="Niklas Lorenz" userId="S::niklas.lorenz@alligator-company.com::b4fce310-0f6e-401b-ba10-ec9850f3f0c6" providerId="AD" clId="Web-{09E417C3-7A6E-D56F-4646-2974348A8163}" dt="2026-04-02T10:02:19.311" v="747"/>
        <pc:sldMkLst>
          <pc:docMk/>
          <pc:sldMk cId="2554502371" sldId="274"/>
        </pc:sldMkLst>
        <pc:spChg chg="add del mod">
          <ac:chgData name="Niklas Lorenz" userId="S::niklas.lorenz@alligator-company.com::b4fce310-0f6e-401b-ba10-ec9850f3f0c6" providerId="AD" clId="Web-{09E417C3-7A6E-D56F-4646-2974348A8163}" dt="2026-04-02T09:28:22.663" v="213"/>
          <ac:spMkLst>
            <pc:docMk/>
            <pc:sldMk cId="2554502371" sldId="274"/>
            <ac:spMk id="3" creationId="{30B3425C-5446-82F2-B9E2-15B3BEF4485B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5" creationId="{8E1C8A2E-1E60-D2E8-339C-92113A3807FC}"/>
          </ac:spMkLst>
        </pc:spChg>
        <pc:spChg chg="add del mo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7" creationId="{B88FCA0B-7840-7AC9-BA65-FBD633B4ED22}"/>
          </ac:spMkLst>
        </pc:spChg>
        <pc:spChg chg="add mod or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8" creationId="{C1C2DD2D-DFA0-AFDD-ECA1-8904CD151340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9" creationId="{561E8F81-A6BC-7BC9-7AEE-1D1EBA5C5A7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3.780" v="744"/>
          <ac:spMkLst>
            <pc:docMk/>
            <pc:sldMk cId="2554502371" sldId="274"/>
            <ac:spMk id="14" creationId="{100EDD19-6802-4EC3-95CE-CFFAB042CFD6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9.296" v="746"/>
          <ac:spMkLst>
            <pc:docMk/>
            <pc:sldMk cId="2554502371" sldId="274"/>
            <ac:spMk id="15" creationId="{C0763A76-9F1C-4FC5-82B7-DD475DA461B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3.780" v="744"/>
          <ac:spMkLst>
            <pc:docMk/>
            <pc:sldMk cId="2554502371" sldId="274"/>
            <ac:spMk id="16" creationId="{DB17E863-922E-4C26-BD64-E8FD41D28661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2:19.296" v="746"/>
          <ac:spMkLst>
            <pc:docMk/>
            <pc:sldMk cId="2554502371" sldId="274"/>
            <ac:spMk id="17" creationId="{E81BF4F6-F2CF-4984-9D14-D6966D92F99F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19" creationId="{100EDD19-6802-4EC3-95CE-CFFAB042CFD6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2:19.311" v="747"/>
          <ac:spMkLst>
            <pc:docMk/>
            <pc:sldMk cId="2554502371" sldId="274"/>
            <ac:spMk id="20" creationId="{DB17E863-922E-4C26-BD64-E8FD41D28661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09:28:18.038" v="212"/>
          <ac:spMkLst>
            <pc:docMk/>
            <pc:sldMk cId="2554502371" sldId="274"/>
            <ac:spMk id="32" creationId="{5970082A-BCC9-7C4E-5068-AFC1342A0349}"/>
          </ac:spMkLst>
        </pc:spChg>
        <pc:spChg chg="del mod">
          <ac:chgData name="Niklas Lorenz" userId="S::niklas.lorenz@alligator-company.com::b4fce310-0f6e-401b-ba10-ec9850f3f0c6" providerId="AD" clId="Web-{09E417C3-7A6E-D56F-4646-2974348A8163}" dt="2026-04-02T09:28:06.288" v="210"/>
          <ac:spMkLst>
            <pc:docMk/>
            <pc:sldMk cId="2554502371" sldId="274"/>
            <ac:spMk id="33" creationId="{D927CDD5-EECC-004A-5337-CD7F2A5A5756}"/>
          </ac:spMkLst>
        </pc:spChg>
        <pc:graphicFrameChg chg="add del">
          <ac:chgData name="Niklas Lorenz" userId="S::niklas.lorenz@alligator-company.com::b4fce310-0f6e-401b-ba10-ec9850f3f0c6" providerId="AD" clId="Web-{09E417C3-7A6E-D56F-4646-2974348A8163}" dt="2026-04-02T09:28:46.632" v="215"/>
          <ac:graphicFrameMkLst>
            <pc:docMk/>
            <pc:sldMk cId="2554502371" sldId="274"/>
            <ac:graphicFrameMk id="6" creationId="{814E84E8-F885-298D-4573-78A58C2E4A56}"/>
          </ac:graphicFrameMkLst>
        </pc:graphicFrameChg>
        <pc:picChg chg="add del">
          <ac:chgData name="Niklas Lorenz" userId="S::niklas.lorenz@alligator-company.com::b4fce310-0f6e-401b-ba10-ec9850f3f0c6" providerId="AD" clId="Web-{09E417C3-7A6E-D56F-4646-2974348A8163}" dt="2026-04-02T10:02:19.296" v="746"/>
          <ac:picMkLst>
            <pc:docMk/>
            <pc:sldMk cId="2554502371" sldId="274"/>
            <ac:picMk id="11" creationId="{72783E1E-6355-A97A-1804-29D54265657D}"/>
          </ac:picMkLst>
        </pc:picChg>
      </pc:sldChg>
      <pc:sldChg chg="addSp delSp modSp new mod setBg">
        <pc:chgData name="Niklas Lorenz" userId="S::niklas.lorenz@alligator-company.com::b4fce310-0f6e-401b-ba10-ec9850f3f0c6" providerId="AD" clId="Web-{09E417C3-7A6E-D56F-4646-2974348A8163}" dt="2026-04-02T10:12:14.851" v="859" actId="20577"/>
        <pc:sldMkLst>
          <pc:docMk/>
          <pc:sldMk cId="1316251743" sldId="275"/>
        </pc:sldMkLst>
        <pc:spChg chg="mod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2" creationId="{8D1C9132-9420-3D13-2785-A57546D2ABA7}"/>
          </ac:spMkLst>
        </pc:spChg>
        <pc:spChg chg="del">
          <ac:chgData name="Niklas Lorenz" userId="S::niklas.lorenz@alligator-company.com::b4fce310-0f6e-401b-ba10-ec9850f3f0c6" providerId="AD" clId="Web-{09E417C3-7A6E-D56F-4646-2974348A8163}" dt="2026-04-02T09:37:44.499" v="571"/>
          <ac:spMkLst>
            <pc:docMk/>
            <pc:sldMk cId="1316251743" sldId="275"/>
            <ac:spMk id="3" creationId="{6BEC888E-7E5F-501A-AC54-EA4691C0184C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12:14.851" v="859" actId="20577"/>
          <ac:spMkLst>
            <pc:docMk/>
            <pc:sldMk cId="1316251743" sldId="275"/>
            <ac:spMk id="5" creationId="{3AC9C908-0DB4-71AE-6678-239D098F417F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6" creationId="{9066633F-18BC-DD0E-4617-A7A6EBD044F9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8" creationId="{5DCB5928-DC7D-4612-9922-441966E1562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3" creationId="{682C1161-1736-45EC-99B7-33F3CAE9D517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5" creationId="{84D4DDB8-B68F-45B0-9F62-C4279996F672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7" creationId="{AF2F604E-43BE-4DC3-B983-E071523364F8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64" v="726"/>
          <ac:spMkLst>
            <pc:docMk/>
            <pc:sldMk cId="1316251743" sldId="275"/>
            <ac:spMk id="19" creationId="{08C9B587-E65E-4B52-B37C-ABEBB6E87928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46.014" v="723"/>
          <ac:spMkLst>
            <pc:docMk/>
            <pc:sldMk cId="1316251743" sldId="275"/>
            <ac:spMk id="24" creationId="{665DBBEF-238B-476B-96AB-8AAC3224ECEA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46.014" v="723"/>
          <ac:spMkLst>
            <pc:docMk/>
            <pc:sldMk cId="1316251743" sldId="275"/>
            <ac:spMk id="26" creationId="{3FCFB1DE-0B7E-48CC-BA90-B2AB0889F9D6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48" v="725"/>
          <ac:spMkLst>
            <pc:docMk/>
            <pc:sldMk cId="1316251743" sldId="275"/>
            <ac:spMk id="28" creationId="{2B97F24A-32CE-4C1C-A50D-3016B394DCFB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0:53.248" v="725"/>
          <ac:spMkLst>
            <pc:docMk/>
            <pc:sldMk cId="1316251743" sldId="275"/>
            <ac:spMk id="29" creationId="{CD8B4F24-440B-49E9-B85D-733523DC064B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1" creationId="{BCED4D40-4B67-4331-AC48-79B82B4A47D8}"/>
          </ac:spMkLst>
        </pc:spChg>
        <pc:spChg chg="add del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2" creationId="{670CEDEF-4F34-412E-84EE-329C1E936AF5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7" creationId="{743AA782-23D1-4521-8CAD-47662984AA08}"/>
          </ac:spMkLst>
        </pc:spChg>
        <pc:spChg chg="add">
          <ac:chgData name="Niklas Lorenz" userId="S::niklas.lorenz@alligator-company.com::b4fce310-0f6e-401b-ba10-ec9850f3f0c6" providerId="AD" clId="Web-{09E417C3-7A6E-D56F-4646-2974348A8163}" dt="2026-04-02T10:01:14.842" v="727"/>
          <ac:spMkLst>
            <pc:docMk/>
            <pc:sldMk cId="1316251743" sldId="275"/>
            <ac:spMk id="39" creationId="{71877DBC-BB60-40F0-AC93-2ACDBAAE60CE}"/>
          </ac:spMkLst>
        </pc:spChg>
        <pc:grpChg chg="add del">
          <ac:chgData name="Niklas Lorenz" userId="S::niklas.lorenz@alligator-company.com::b4fce310-0f6e-401b-ba10-ec9850f3f0c6" providerId="AD" clId="Web-{09E417C3-7A6E-D56F-4646-2974348A8163}" dt="2026-04-02T09:58:51.716" v="713"/>
          <ac:grpSpMkLst>
            <pc:docMk/>
            <pc:sldMk cId="1316251743" sldId="275"/>
            <ac:grpSpMk id="11" creationId="{1FD67D68-9B83-C338-8342-3348D8F22347}"/>
          </ac:grpSpMkLst>
        </pc:grpChg>
        <pc:graphicFrameChg chg="add mod ord topLvl modGraphic">
          <ac:chgData name="Niklas Lorenz" userId="S::niklas.lorenz@alligator-company.com::b4fce310-0f6e-401b-ba10-ec9850f3f0c6" providerId="AD" clId="Web-{09E417C3-7A6E-D56F-4646-2974348A8163}" dt="2026-04-02T10:01:14.842" v="727"/>
          <ac:graphicFrameMkLst>
            <pc:docMk/>
            <pc:sldMk cId="1316251743" sldId="275"/>
            <ac:graphicFrameMk id="4" creationId="{1C4C2B3E-EE7C-8674-6C0F-84B6B2CDBDE6}"/>
          </ac:graphicFrameMkLst>
        </pc:graphicFrameChg>
      </pc:sldChg>
      <pc:sldChg chg="addSp delSp modSp add replId">
        <pc:chgData name="Niklas Lorenz" userId="S::niklas.lorenz@alligator-company.com::b4fce310-0f6e-401b-ba10-ec9850f3f0c6" providerId="AD" clId="Web-{09E417C3-7A6E-D56F-4646-2974348A8163}" dt="2026-04-02T10:35:38.746" v="1307" actId="14100"/>
        <pc:sldMkLst>
          <pc:docMk/>
          <pc:sldMk cId="915772876" sldId="276"/>
        </pc:sldMkLst>
        <pc:spChg chg="add del mod">
          <ac:chgData name="Niklas Lorenz" userId="S::niklas.lorenz@alligator-company.com::b4fce310-0f6e-401b-ba10-ec9850f3f0c6" providerId="AD" clId="Web-{09E417C3-7A6E-D56F-4646-2974348A8163}" dt="2026-04-02T10:23:45.170" v="912"/>
          <ac:spMkLst>
            <pc:docMk/>
            <pc:sldMk cId="915772876" sldId="276"/>
            <ac:spMk id="4" creationId="{26799113-40D5-AE6B-EED4-3BF5C5F3EA9C}"/>
          </ac:spMkLst>
        </pc:spChg>
        <pc:spChg chg="add mod">
          <ac:chgData name="Niklas Lorenz" userId="S::niklas.lorenz@alligator-company.com::b4fce310-0f6e-401b-ba10-ec9850f3f0c6" providerId="AD" clId="Web-{09E417C3-7A6E-D56F-4646-2974348A8163}" dt="2026-04-02T10:35:38.746" v="1307" actId="14100"/>
          <ac:spMkLst>
            <pc:docMk/>
            <pc:sldMk cId="915772876" sldId="276"/>
            <ac:spMk id="5" creationId="{B851EB8B-76B9-1791-D2B9-A9825C116CF4}"/>
          </ac:spMkLst>
        </pc:spChg>
        <pc:spChg chg="del">
          <ac:chgData name="Niklas Lorenz" userId="S::niklas.lorenz@alligator-company.com::b4fce310-0f6e-401b-ba10-ec9850f3f0c6" providerId="AD" clId="Web-{09E417C3-7A6E-D56F-4646-2974348A8163}" dt="2026-04-02T10:23:21.966" v="905"/>
          <ac:spMkLst>
            <pc:docMk/>
            <pc:sldMk cId="915772876" sldId="276"/>
            <ac:spMk id="33" creationId="{8A72C2E4-D390-81BE-8EC6-DE5C02F2F19A}"/>
          </ac:spMkLst>
        </pc:spChg>
      </pc:sldChg>
      <pc:sldChg chg="add del replId">
        <pc:chgData name="Niklas Lorenz" userId="S::niklas.lorenz@alligator-company.com::b4fce310-0f6e-401b-ba10-ec9850f3f0c6" providerId="AD" clId="Web-{09E417C3-7A6E-D56F-4646-2974348A8163}" dt="2026-04-02T10:24:06.655" v="928"/>
        <pc:sldMkLst>
          <pc:docMk/>
          <pc:sldMk cId="1688702995" sldId="277"/>
        </pc:sldMkLst>
      </pc:sldChg>
      <pc:sldChg chg="add del replId">
        <pc:chgData name="Niklas Lorenz" userId="S::niklas.lorenz@alligator-company.com::b4fce310-0f6e-401b-ba10-ec9850f3f0c6" providerId="AD" clId="Web-{09E417C3-7A6E-D56F-4646-2974348A8163}" dt="2026-04-02T10:23:38.998" v="909"/>
        <pc:sldMkLst>
          <pc:docMk/>
          <pc:sldMk cId="2462293235" sldId="277"/>
        </pc:sldMkLst>
      </pc:sldChg>
      <pc:sldMasterChg chg="mod modSldLayout">
        <pc:chgData name="Niklas Lorenz" userId="S::niklas.lorenz@alligator-company.com::b4fce310-0f6e-401b-ba10-ec9850f3f0c6" providerId="AD" clId="Web-{09E417C3-7A6E-D56F-4646-2974348A8163}" dt="2026-04-02T09:48:31.769" v="692"/>
        <pc:sldMasterMkLst>
          <pc:docMk/>
          <pc:sldMasterMk cId="0" sldId="2147483648"/>
        </pc:sldMasterMkLst>
        <pc:sldLayoutChg chg="mod">
          <pc:chgData name="Niklas Lorenz" userId="S::niklas.lorenz@alligator-company.com::b4fce310-0f6e-401b-ba10-ec9850f3f0c6" providerId="AD" clId="Web-{09E417C3-7A6E-D56F-4646-2974348A8163}" dt="2026-04-02T09:48:31.769" v="692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Niklas Lorenz" userId="S::niklas.lorenz@alligator-company.com::b4fce310-0f6e-401b-ba10-ec9850f3f0c6" providerId="AD" clId="Web-{09E417C3-7A6E-D56F-4646-2974348A8163}" dt="2026-04-02T09:48:31.769" v="692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lligatorcompany0-my.sharepoint.com/personal/niklas_lorenz_alligator-company_com/Documents/Pra%CC%88sentation_FlightDelay_Kre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186C24"/>
              </a:solidFill>
              <a:ln w="19050">
                <a:solidFill>
                  <a:srgbClr val="FFFFFF"/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0F78-4B0D-B25B-94FF62B45C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78-4B0D-B25B-94FF62B45C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78-4B0D-B25B-94FF62B45C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78-4B0D-B25B-94FF62B45C42}"/>
              </c:ext>
            </c:extLst>
          </c:dPt>
          <c:dLbls>
            <c:spPr>
              <a:solidFill>
                <a:srgbClr val="FFFFF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Airlines</c:v>
                </c:pt>
                <c:pt idx="1">
                  <c:v>ATC</c:v>
                </c:pt>
                <c:pt idx="2">
                  <c:v>Weather</c:v>
                </c:pt>
                <c:pt idx="3">
                  <c:v>Other matters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78-4B0D-B25B-94FF62B45C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842241766233916"/>
          <c:y val="0.90275450532041224"/>
          <c:w val="0.56637347053118936"/>
          <c:h val="7.58271617689493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265382-0B65-4CC0-93E4-77E56852726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24B13A-49AA-4AB0-AEDD-1AA495657B1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/>
            <a:t>National airline of Tunesia</a:t>
          </a:r>
          <a:endParaRPr lang="en-US"/>
        </a:p>
      </dgm:t>
    </dgm:pt>
    <dgm:pt modelId="{1A0858E1-B1C6-4EDD-8294-79A1D4CD9156}" type="parTrans" cxnId="{15002959-4AE8-42E1-97E4-DF9BE0C11217}">
      <dgm:prSet/>
      <dgm:spPr/>
      <dgm:t>
        <a:bodyPr/>
        <a:lstStyle/>
        <a:p>
          <a:endParaRPr lang="en-US"/>
        </a:p>
      </dgm:t>
    </dgm:pt>
    <dgm:pt modelId="{C639D50F-A899-4F3F-A6B7-E23A67524DE3}" type="sibTrans" cxnId="{15002959-4AE8-42E1-97E4-DF9BE0C112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D27022-0498-4983-8B6B-789EEEEDBCB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/>
            <a:t>Founded 1948</a:t>
          </a:r>
          <a:endParaRPr lang="en-US"/>
        </a:p>
      </dgm:t>
    </dgm:pt>
    <dgm:pt modelId="{9526842E-5320-4E0B-9B4E-619A242A0F79}" type="parTrans" cxnId="{741C86FF-7A54-442B-8381-755DC001270E}">
      <dgm:prSet/>
      <dgm:spPr/>
      <dgm:t>
        <a:bodyPr/>
        <a:lstStyle/>
        <a:p>
          <a:endParaRPr lang="en-US"/>
        </a:p>
      </dgm:t>
    </dgm:pt>
    <dgm:pt modelId="{DC2C73DC-7F0D-4EFE-89BF-E06183F60B8B}" type="sibTrans" cxnId="{741C86FF-7A54-442B-8381-755DC00127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35AAB6-724E-4048-9FB4-C9EE7FCDC97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/>
            <a:t>Main base: Tunis-Carthage International Airport</a:t>
          </a:r>
          <a:endParaRPr lang="en-US"/>
        </a:p>
      </dgm:t>
    </dgm:pt>
    <dgm:pt modelId="{8C44DDA6-7239-4332-BCC1-0E8CA5EF3FB7}" type="parTrans" cxnId="{6F90B695-612F-4F72-9535-0B2396AB9235}">
      <dgm:prSet/>
      <dgm:spPr/>
      <dgm:t>
        <a:bodyPr/>
        <a:lstStyle/>
        <a:p>
          <a:endParaRPr lang="en-US"/>
        </a:p>
      </dgm:t>
    </dgm:pt>
    <dgm:pt modelId="{8EE42B45-6019-411B-82CA-E151445341CA}" type="sibTrans" cxnId="{6F90B695-612F-4F72-9535-0B2396AB92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CC300E-D666-4D39-AEAC-C4D1F6C0412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Current</a:t>
          </a:r>
          <a:r>
            <a:rPr lang="de-DE" b="0"/>
            <a:t> </a:t>
          </a:r>
          <a:r>
            <a:rPr lang="de-DE"/>
            <a:t>fleet of 28</a:t>
          </a:r>
          <a:r>
            <a:rPr lang="de-DE" b="0"/>
            <a:t> aircrafts (</a:t>
          </a:r>
          <a:r>
            <a:rPr lang="de-DE"/>
            <a:t>mostly Boeing and</a:t>
          </a:r>
          <a:r>
            <a:rPr lang="de-DE" b="0"/>
            <a:t> Airbus)</a:t>
          </a:r>
          <a:endParaRPr lang="en-US"/>
        </a:p>
      </dgm:t>
    </dgm:pt>
    <dgm:pt modelId="{073FBCA2-D99C-4D82-87F4-7C3CD9D29522}" type="parTrans" cxnId="{F74753A0-499E-4273-A8E2-E3052AA58C31}">
      <dgm:prSet/>
      <dgm:spPr/>
      <dgm:t>
        <a:bodyPr/>
        <a:lstStyle/>
        <a:p>
          <a:endParaRPr lang="en-US"/>
        </a:p>
      </dgm:t>
    </dgm:pt>
    <dgm:pt modelId="{C1F24BC3-95D5-4F8B-9E79-33A5659AF07E}" type="sibTrans" cxnId="{F74753A0-499E-4273-A8E2-E3052AA58C31}">
      <dgm:prSet/>
      <dgm:spPr/>
      <dgm:t>
        <a:bodyPr/>
        <a:lstStyle/>
        <a:p>
          <a:endParaRPr lang="en-US"/>
        </a:p>
      </dgm:t>
    </dgm:pt>
    <dgm:pt modelId="{2B921C04-78FA-4645-B2D4-035B57513B86}" type="pres">
      <dgm:prSet presAssocID="{EF265382-0B65-4CC0-93E4-77E56852726A}" presName="root" presStyleCnt="0">
        <dgm:presLayoutVars>
          <dgm:dir/>
          <dgm:resizeHandles val="exact"/>
        </dgm:presLayoutVars>
      </dgm:prSet>
      <dgm:spPr/>
    </dgm:pt>
    <dgm:pt modelId="{12D2BDC4-0242-4B74-A7D5-03E1B03C52E0}" type="pres">
      <dgm:prSet presAssocID="{EF265382-0B65-4CC0-93E4-77E56852726A}" presName="container" presStyleCnt="0">
        <dgm:presLayoutVars>
          <dgm:dir/>
          <dgm:resizeHandles val="exact"/>
        </dgm:presLayoutVars>
      </dgm:prSet>
      <dgm:spPr/>
    </dgm:pt>
    <dgm:pt modelId="{244820E9-8CB2-42AA-8815-569C88371EC2}" type="pres">
      <dgm:prSet presAssocID="{6224B13A-49AA-4AB0-AEDD-1AA495657B1A}" presName="compNode" presStyleCnt="0"/>
      <dgm:spPr/>
    </dgm:pt>
    <dgm:pt modelId="{A9D3D3C3-92FD-41F1-A2CF-02BB6E39B779}" type="pres">
      <dgm:prSet presAssocID="{6224B13A-49AA-4AB0-AEDD-1AA495657B1A}" presName="iconBgRect" presStyleLbl="bgShp" presStyleIdx="0" presStyleCnt="4"/>
      <dgm:spPr/>
    </dgm:pt>
    <dgm:pt modelId="{CDED934E-C928-4D3D-999E-A1423B935438}" type="pres">
      <dgm:prSet presAssocID="{6224B13A-49AA-4AB0-AEDD-1AA495657B1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gzeug"/>
        </a:ext>
      </dgm:extLst>
    </dgm:pt>
    <dgm:pt modelId="{54A640B8-AA43-4223-8841-FF555AD67F79}" type="pres">
      <dgm:prSet presAssocID="{6224B13A-49AA-4AB0-AEDD-1AA495657B1A}" presName="spaceRect" presStyleCnt="0"/>
      <dgm:spPr/>
    </dgm:pt>
    <dgm:pt modelId="{D6B85C0F-7511-45EF-8FE0-35934301C6B2}" type="pres">
      <dgm:prSet presAssocID="{6224B13A-49AA-4AB0-AEDD-1AA495657B1A}" presName="textRect" presStyleLbl="revTx" presStyleIdx="0" presStyleCnt="4">
        <dgm:presLayoutVars>
          <dgm:chMax val="1"/>
          <dgm:chPref val="1"/>
        </dgm:presLayoutVars>
      </dgm:prSet>
      <dgm:spPr/>
    </dgm:pt>
    <dgm:pt modelId="{6DC929D5-EC87-40E5-8E7D-CFFB0849C9BB}" type="pres">
      <dgm:prSet presAssocID="{C639D50F-A899-4F3F-A6B7-E23A67524DE3}" presName="sibTrans" presStyleLbl="sibTrans2D1" presStyleIdx="0" presStyleCnt="0"/>
      <dgm:spPr/>
    </dgm:pt>
    <dgm:pt modelId="{FFEE6D9C-57CF-4E3F-8F9C-EB3ADDF23965}" type="pres">
      <dgm:prSet presAssocID="{7DD27022-0498-4983-8B6B-789EEEEDBCBB}" presName="compNode" presStyleCnt="0"/>
      <dgm:spPr/>
    </dgm:pt>
    <dgm:pt modelId="{0A5978BF-7B74-4DD6-8701-75B7252D2C9B}" type="pres">
      <dgm:prSet presAssocID="{7DD27022-0498-4983-8B6B-789EEEEDBCBB}" presName="iconBgRect" presStyleLbl="bgShp" presStyleIdx="1" presStyleCnt="4"/>
      <dgm:spPr/>
    </dgm:pt>
    <dgm:pt modelId="{6AA6A7D4-4FEC-4D58-AA94-30E93B9464EB}" type="pres">
      <dgm:prSet presAssocID="{7DD27022-0498-4983-8B6B-789EEEEDBCB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ierung"/>
        </a:ext>
      </dgm:extLst>
    </dgm:pt>
    <dgm:pt modelId="{DA73CD91-68BF-4143-9D6D-0F59A5AA40DE}" type="pres">
      <dgm:prSet presAssocID="{7DD27022-0498-4983-8B6B-789EEEEDBCBB}" presName="spaceRect" presStyleCnt="0"/>
      <dgm:spPr/>
    </dgm:pt>
    <dgm:pt modelId="{3ED9EEEB-6EAF-44DC-BF97-509A13CAE888}" type="pres">
      <dgm:prSet presAssocID="{7DD27022-0498-4983-8B6B-789EEEEDBCBB}" presName="textRect" presStyleLbl="revTx" presStyleIdx="1" presStyleCnt="4">
        <dgm:presLayoutVars>
          <dgm:chMax val="1"/>
          <dgm:chPref val="1"/>
        </dgm:presLayoutVars>
      </dgm:prSet>
      <dgm:spPr/>
    </dgm:pt>
    <dgm:pt modelId="{85DC615C-349D-4664-B134-3747B87892D0}" type="pres">
      <dgm:prSet presAssocID="{DC2C73DC-7F0D-4EFE-89BF-E06183F60B8B}" presName="sibTrans" presStyleLbl="sibTrans2D1" presStyleIdx="0" presStyleCnt="0"/>
      <dgm:spPr/>
    </dgm:pt>
    <dgm:pt modelId="{5437F113-3698-4B35-940D-BFC65F214E3E}" type="pres">
      <dgm:prSet presAssocID="{BB35AAB6-724E-4048-9FB4-C9EE7FCDC97F}" presName="compNode" presStyleCnt="0"/>
      <dgm:spPr/>
    </dgm:pt>
    <dgm:pt modelId="{864FC488-B9C2-4E65-9327-8C2C81930BE8}" type="pres">
      <dgm:prSet presAssocID="{BB35AAB6-724E-4048-9FB4-C9EE7FCDC97F}" presName="iconBgRect" presStyleLbl="bgShp" presStyleIdx="2" presStyleCnt="4"/>
      <dgm:spPr/>
    </dgm:pt>
    <dgm:pt modelId="{FFBDF4E8-4BBA-4612-9C89-CA549E08E39A}" type="pres">
      <dgm:prSet presAssocID="{BB35AAB6-724E-4048-9FB4-C9EE7FCDC97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49E37824-79B7-4DDC-8DDB-862DCAA4A665}" type="pres">
      <dgm:prSet presAssocID="{BB35AAB6-724E-4048-9FB4-C9EE7FCDC97F}" presName="spaceRect" presStyleCnt="0"/>
      <dgm:spPr/>
    </dgm:pt>
    <dgm:pt modelId="{30DD2606-EAE9-4551-8F8A-3F97DEB17655}" type="pres">
      <dgm:prSet presAssocID="{BB35AAB6-724E-4048-9FB4-C9EE7FCDC97F}" presName="textRect" presStyleLbl="revTx" presStyleIdx="2" presStyleCnt="4">
        <dgm:presLayoutVars>
          <dgm:chMax val="1"/>
          <dgm:chPref val="1"/>
        </dgm:presLayoutVars>
      </dgm:prSet>
      <dgm:spPr/>
    </dgm:pt>
    <dgm:pt modelId="{889098F1-BC72-4BEE-907C-E2FC6BA5886A}" type="pres">
      <dgm:prSet presAssocID="{8EE42B45-6019-411B-82CA-E151445341CA}" presName="sibTrans" presStyleLbl="sibTrans2D1" presStyleIdx="0" presStyleCnt="0"/>
      <dgm:spPr/>
    </dgm:pt>
    <dgm:pt modelId="{A866C53D-C820-45C9-8B3E-C8BFA58F5E89}" type="pres">
      <dgm:prSet presAssocID="{9DCC300E-D666-4D39-AEAC-C4D1F6C04126}" presName="compNode" presStyleCnt="0"/>
      <dgm:spPr/>
    </dgm:pt>
    <dgm:pt modelId="{813792EE-A070-4D27-9FE5-ED559B3972FF}" type="pres">
      <dgm:prSet presAssocID="{9DCC300E-D666-4D39-AEAC-C4D1F6C04126}" presName="iconBgRect" presStyleLbl="bgShp" presStyleIdx="3" presStyleCnt="4"/>
      <dgm:spPr/>
    </dgm:pt>
    <dgm:pt modelId="{7D4D40D0-E80C-4522-A4FA-6F8EE3940E64}" type="pres">
      <dgm:prSet presAssocID="{9DCC300E-D666-4D39-AEAC-C4D1F6C0412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ubschrauber"/>
        </a:ext>
      </dgm:extLst>
    </dgm:pt>
    <dgm:pt modelId="{58028D44-731C-451D-97EF-76ABB2A5E6D5}" type="pres">
      <dgm:prSet presAssocID="{9DCC300E-D666-4D39-AEAC-C4D1F6C04126}" presName="spaceRect" presStyleCnt="0"/>
      <dgm:spPr/>
    </dgm:pt>
    <dgm:pt modelId="{A052FC0B-D8D0-408B-8834-0508C3AD57A4}" type="pres">
      <dgm:prSet presAssocID="{9DCC300E-D666-4D39-AEAC-C4D1F6C041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D93BC22-8041-4FA6-BAEB-2468E8499D00}" type="presOf" srcId="{8EE42B45-6019-411B-82CA-E151445341CA}" destId="{889098F1-BC72-4BEE-907C-E2FC6BA5886A}" srcOrd="0" destOrd="0" presId="urn:microsoft.com/office/officeart/2018/2/layout/IconCircleList"/>
    <dgm:cxn modelId="{F7EDCE73-B980-446C-A939-9DB5F407A293}" type="presOf" srcId="{6224B13A-49AA-4AB0-AEDD-1AA495657B1A}" destId="{D6B85C0F-7511-45EF-8FE0-35934301C6B2}" srcOrd="0" destOrd="0" presId="urn:microsoft.com/office/officeart/2018/2/layout/IconCircleList"/>
    <dgm:cxn modelId="{15002959-4AE8-42E1-97E4-DF9BE0C11217}" srcId="{EF265382-0B65-4CC0-93E4-77E56852726A}" destId="{6224B13A-49AA-4AB0-AEDD-1AA495657B1A}" srcOrd="0" destOrd="0" parTransId="{1A0858E1-B1C6-4EDD-8294-79A1D4CD9156}" sibTransId="{C639D50F-A899-4F3F-A6B7-E23A67524DE3}"/>
    <dgm:cxn modelId="{877E9559-531A-492A-B200-23EA611B650C}" type="presOf" srcId="{C639D50F-A899-4F3F-A6B7-E23A67524DE3}" destId="{6DC929D5-EC87-40E5-8E7D-CFFB0849C9BB}" srcOrd="0" destOrd="0" presId="urn:microsoft.com/office/officeart/2018/2/layout/IconCircleList"/>
    <dgm:cxn modelId="{3625057F-5EC1-4932-9827-8A2146A4B54E}" type="presOf" srcId="{7DD27022-0498-4983-8B6B-789EEEEDBCBB}" destId="{3ED9EEEB-6EAF-44DC-BF97-509A13CAE888}" srcOrd="0" destOrd="0" presId="urn:microsoft.com/office/officeart/2018/2/layout/IconCircleList"/>
    <dgm:cxn modelId="{6F90B695-612F-4F72-9535-0B2396AB9235}" srcId="{EF265382-0B65-4CC0-93E4-77E56852726A}" destId="{BB35AAB6-724E-4048-9FB4-C9EE7FCDC97F}" srcOrd="2" destOrd="0" parTransId="{8C44DDA6-7239-4332-BCC1-0E8CA5EF3FB7}" sibTransId="{8EE42B45-6019-411B-82CA-E151445341CA}"/>
    <dgm:cxn modelId="{F74753A0-499E-4273-A8E2-E3052AA58C31}" srcId="{EF265382-0B65-4CC0-93E4-77E56852726A}" destId="{9DCC300E-D666-4D39-AEAC-C4D1F6C04126}" srcOrd="3" destOrd="0" parTransId="{073FBCA2-D99C-4D82-87F4-7C3CD9D29522}" sibTransId="{C1F24BC3-95D5-4F8B-9E79-33A5659AF07E}"/>
    <dgm:cxn modelId="{B509A1C3-2A17-4707-98D9-1F1CA54BBE58}" type="presOf" srcId="{9DCC300E-D666-4D39-AEAC-C4D1F6C04126}" destId="{A052FC0B-D8D0-408B-8834-0508C3AD57A4}" srcOrd="0" destOrd="0" presId="urn:microsoft.com/office/officeart/2018/2/layout/IconCircleList"/>
    <dgm:cxn modelId="{22B0FDD9-532F-4C80-8037-855BA92C35BD}" type="presOf" srcId="{BB35AAB6-724E-4048-9FB4-C9EE7FCDC97F}" destId="{30DD2606-EAE9-4551-8F8A-3F97DEB17655}" srcOrd="0" destOrd="0" presId="urn:microsoft.com/office/officeart/2018/2/layout/IconCircleList"/>
    <dgm:cxn modelId="{E49C4ADF-7041-4FF0-9911-653B84B56670}" type="presOf" srcId="{DC2C73DC-7F0D-4EFE-89BF-E06183F60B8B}" destId="{85DC615C-349D-4664-B134-3747B87892D0}" srcOrd="0" destOrd="0" presId="urn:microsoft.com/office/officeart/2018/2/layout/IconCircleList"/>
    <dgm:cxn modelId="{C90B49E4-1784-457C-BC3F-2A5734B5AF48}" type="presOf" srcId="{EF265382-0B65-4CC0-93E4-77E56852726A}" destId="{2B921C04-78FA-4645-B2D4-035B57513B86}" srcOrd="0" destOrd="0" presId="urn:microsoft.com/office/officeart/2018/2/layout/IconCircleList"/>
    <dgm:cxn modelId="{741C86FF-7A54-442B-8381-755DC001270E}" srcId="{EF265382-0B65-4CC0-93E4-77E56852726A}" destId="{7DD27022-0498-4983-8B6B-789EEEEDBCBB}" srcOrd="1" destOrd="0" parTransId="{9526842E-5320-4E0B-9B4E-619A242A0F79}" sibTransId="{DC2C73DC-7F0D-4EFE-89BF-E06183F60B8B}"/>
    <dgm:cxn modelId="{5D557837-740D-4F5B-A997-FC2F7641E920}" type="presParOf" srcId="{2B921C04-78FA-4645-B2D4-035B57513B86}" destId="{12D2BDC4-0242-4B74-A7D5-03E1B03C52E0}" srcOrd="0" destOrd="0" presId="urn:microsoft.com/office/officeart/2018/2/layout/IconCircleList"/>
    <dgm:cxn modelId="{C5D0214A-AF56-4349-812A-0832A19849E6}" type="presParOf" srcId="{12D2BDC4-0242-4B74-A7D5-03E1B03C52E0}" destId="{244820E9-8CB2-42AA-8815-569C88371EC2}" srcOrd="0" destOrd="0" presId="urn:microsoft.com/office/officeart/2018/2/layout/IconCircleList"/>
    <dgm:cxn modelId="{C2DFEEC5-6AD7-4974-B639-BBAD27C0B7B0}" type="presParOf" srcId="{244820E9-8CB2-42AA-8815-569C88371EC2}" destId="{A9D3D3C3-92FD-41F1-A2CF-02BB6E39B779}" srcOrd="0" destOrd="0" presId="urn:microsoft.com/office/officeart/2018/2/layout/IconCircleList"/>
    <dgm:cxn modelId="{C6A4F267-DE64-4CE5-8532-A54317BC1950}" type="presParOf" srcId="{244820E9-8CB2-42AA-8815-569C88371EC2}" destId="{CDED934E-C928-4D3D-999E-A1423B935438}" srcOrd="1" destOrd="0" presId="urn:microsoft.com/office/officeart/2018/2/layout/IconCircleList"/>
    <dgm:cxn modelId="{2C4E8A09-7331-4854-9A9F-40B390EC183E}" type="presParOf" srcId="{244820E9-8CB2-42AA-8815-569C88371EC2}" destId="{54A640B8-AA43-4223-8841-FF555AD67F79}" srcOrd="2" destOrd="0" presId="urn:microsoft.com/office/officeart/2018/2/layout/IconCircleList"/>
    <dgm:cxn modelId="{1C5806BA-DEF3-4FC2-83A1-0C1D4FD23F8E}" type="presParOf" srcId="{244820E9-8CB2-42AA-8815-569C88371EC2}" destId="{D6B85C0F-7511-45EF-8FE0-35934301C6B2}" srcOrd="3" destOrd="0" presId="urn:microsoft.com/office/officeart/2018/2/layout/IconCircleList"/>
    <dgm:cxn modelId="{C372DA17-C8F3-4680-860D-0319DFCA62AF}" type="presParOf" srcId="{12D2BDC4-0242-4B74-A7D5-03E1B03C52E0}" destId="{6DC929D5-EC87-40E5-8E7D-CFFB0849C9BB}" srcOrd="1" destOrd="0" presId="urn:microsoft.com/office/officeart/2018/2/layout/IconCircleList"/>
    <dgm:cxn modelId="{A877F51B-4217-47C5-9977-D5DE1BC06297}" type="presParOf" srcId="{12D2BDC4-0242-4B74-A7D5-03E1B03C52E0}" destId="{FFEE6D9C-57CF-4E3F-8F9C-EB3ADDF23965}" srcOrd="2" destOrd="0" presId="urn:microsoft.com/office/officeart/2018/2/layout/IconCircleList"/>
    <dgm:cxn modelId="{974F0E46-AE0A-40ED-B4D6-31C5FB71B20B}" type="presParOf" srcId="{FFEE6D9C-57CF-4E3F-8F9C-EB3ADDF23965}" destId="{0A5978BF-7B74-4DD6-8701-75B7252D2C9B}" srcOrd="0" destOrd="0" presId="urn:microsoft.com/office/officeart/2018/2/layout/IconCircleList"/>
    <dgm:cxn modelId="{998FA238-BFE3-4A30-8C5E-FE1B700135F0}" type="presParOf" srcId="{FFEE6D9C-57CF-4E3F-8F9C-EB3ADDF23965}" destId="{6AA6A7D4-4FEC-4D58-AA94-30E93B9464EB}" srcOrd="1" destOrd="0" presId="urn:microsoft.com/office/officeart/2018/2/layout/IconCircleList"/>
    <dgm:cxn modelId="{1AAC47D0-C5A0-42E4-A579-70EC07BE6C95}" type="presParOf" srcId="{FFEE6D9C-57CF-4E3F-8F9C-EB3ADDF23965}" destId="{DA73CD91-68BF-4143-9D6D-0F59A5AA40DE}" srcOrd="2" destOrd="0" presId="urn:microsoft.com/office/officeart/2018/2/layout/IconCircleList"/>
    <dgm:cxn modelId="{70CC5DFA-8B59-4552-9DCE-46451C8AD2AE}" type="presParOf" srcId="{FFEE6D9C-57CF-4E3F-8F9C-EB3ADDF23965}" destId="{3ED9EEEB-6EAF-44DC-BF97-509A13CAE888}" srcOrd="3" destOrd="0" presId="urn:microsoft.com/office/officeart/2018/2/layout/IconCircleList"/>
    <dgm:cxn modelId="{1C276886-1439-470A-B6BD-F704B244848F}" type="presParOf" srcId="{12D2BDC4-0242-4B74-A7D5-03E1B03C52E0}" destId="{85DC615C-349D-4664-B134-3747B87892D0}" srcOrd="3" destOrd="0" presId="urn:microsoft.com/office/officeart/2018/2/layout/IconCircleList"/>
    <dgm:cxn modelId="{E7783EC3-7B97-420F-863F-EE9EE12AF9C8}" type="presParOf" srcId="{12D2BDC4-0242-4B74-A7D5-03E1B03C52E0}" destId="{5437F113-3698-4B35-940D-BFC65F214E3E}" srcOrd="4" destOrd="0" presId="urn:microsoft.com/office/officeart/2018/2/layout/IconCircleList"/>
    <dgm:cxn modelId="{C51324E6-12C7-4922-A5A4-3DBAD3ECBA07}" type="presParOf" srcId="{5437F113-3698-4B35-940D-BFC65F214E3E}" destId="{864FC488-B9C2-4E65-9327-8C2C81930BE8}" srcOrd="0" destOrd="0" presId="urn:microsoft.com/office/officeart/2018/2/layout/IconCircleList"/>
    <dgm:cxn modelId="{FAD4C94D-6A74-40F2-B18A-97EB1C0BCB83}" type="presParOf" srcId="{5437F113-3698-4B35-940D-BFC65F214E3E}" destId="{FFBDF4E8-4BBA-4612-9C89-CA549E08E39A}" srcOrd="1" destOrd="0" presId="urn:microsoft.com/office/officeart/2018/2/layout/IconCircleList"/>
    <dgm:cxn modelId="{59973362-D9EA-421E-B772-D936DE2D4ECE}" type="presParOf" srcId="{5437F113-3698-4B35-940D-BFC65F214E3E}" destId="{49E37824-79B7-4DDC-8DDB-862DCAA4A665}" srcOrd="2" destOrd="0" presId="urn:microsoft.com/office/officeart/2018/2/layout/IconCircleList"/>
    <dgm:cxn modelId="{E52969C5-3F93-4FA0-99F5-E15AA972DFA1}" type="presParOf" srcId="{5437F113-3698-4B35-940D-BFC65F214E3E}" destId="{30DD2606-EAE9-4551-8F8A-3F97DEB17655}" srcOrd="3" destOrd="0" presId="urn:microsoft.com/office/officeart/2018/2/layout/IconCircleList"/>
    <dgm:cxn modelId="{8D0D46BF-3B03-44D7-9C79-A7A30C40AC13}" type="presParOf" srcId="{12D2BDC4-0242-4B74-A7D5-03E1B03C52E0}" destId="{889098F1-BC72-4BEE-907C-E2FC6BA5886A}" srcOrd="5" destOrd="0" presId="urn:microsoft.com/office/officeart/2018/2/layout/IconCircleList"/>
    <dgm:cxn modelId="{7F2A14F3-6D01-4A08-8519-36886C44733F}" type="presParOf" srcId="{12D2BDC4-0242-4B74-A7D5-03E1B03C52E0}" destId="{A866C53D-C820-45C9-8B3E-C8BFA58F5E89}" srcOrd="6" destOrd="0" presId="urn:microsoft.com/office/officeart/2018/2/layout/IconCircleList"/>
    <dgm:cxn modelId="{89A75D32-9408-4BC0-9FF6-628991DD5B24}" type="presParOf" srcId="{A866C53D-C820-45C9-8B3E-C8BFA58F5E89}" destId="{813792EE-A070-4D27-9FE5-ED559B3972FF}" srcOrd="0" destOrd="0" presId="urn:microsoft.com/office/officeart/2018/2/layout/IconCircleList"/>
    <dgm:cxn modelId="{B29042FC-FA48-4119-9AEA-E28B99D47E65}" type="presParOf" srcId="{A866C53D-C820-45C9-8B3E-C8BFA58F5E89}" destId="{7D4D40D0-E80C-4522-A4FA-6F8EE3940E64}" srcOrd="1" destOrd="0" presId="urn:microsoft.com/office/officeart/2018/2/layout/IconCircleList"/>
    <dgm:cxn modelId="{DCFA891A-594F-4010-96D9-AD3282C853A4}" type="presParOf" srcId="{A866C53D-C820-45C9-8B3E-C8BFA58F5E89}" destId="{58028D44-731C-451D-97EF-76ABB2A5E6D5}" srcOrd="2" destOrd="0" presId="urn:microsoft.com/office/officeart/2018/2/layout/IconCircleList"/>
    <dgm:cxn modelId="{3646E603-BABC-466E-80B9-414C45FC69CF}" type="presParOf" srcId="{A866C53D-C820-45C9-8B3E-C8BFA58F5E89}" destId="{A052FC0B-D8D0-408B-8834-0508C3AD57A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D3D3C3-92FD-41F1-A2CF-02BB6E39B779}">
      <dsp:nvSpPr>
        <dsp:cNvPr id="0" name=""/>
        <dsp:cNvSpPr/>
      </dsp:nvSpPr>
      <dsp:spPr>
        <a:xfrm>
          <a:off x="195947" y="215527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D934E-C928-4D3D-999E-A1423B935438}">
      <dsp:nvSpPr>
        <dsp:cNvPr id="0" name=""/>
        <dsp:cNvSpPr/>
      </dsp:nvSpPr>
      <dsp:spPr>
        <a:xfrm>
          <a:off x="437256" y="456837"/>
          <a:ext cx="666473" cy="6664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85C0F-7511-45EF-8FE0-35934301C6B2}">
      <dsp:nvSpPr>
        <dsp:cNvPr id="0" name=""/>
        <dsp:cNvSpPr/>
      </dsp:nvSpPr>
      <dsp:spPr>
        <a:xfrm>
          <a:off x="1591272" y="215527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National airline of Tunesia</a:t>
          </a:r>
          <a:endParaRPr lang="en-US" sz="2400" kern="1200"/>
        </a:p>
      </dsp:txBody>
      <dsp:txXfrm>
        <a:off x="1591272" y="215527"/>
        <a:ext cx="2708573" cy="1149091"/>
      </dsp:txXfrm>
    </dsp:sp>
    <dsp:sp modelId="{0A5978BF-7B74-4DD6-8701-75B7252D2C9B}">
      <dsp:nvSpPr>
        <dsp:cNvPr id="0" name=""/>
        <dsp:cNvSpPr/>
      </dsp:nvSpPr>
      <dsp:spPr>
        <a:xfrm>
          <a:off x="4771794" y="215527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6A7D4-4FEC-4D58-AA94-30E93B9464EB}">
      <dsp:nvSpPr>
        <dsp:cNvPr id="0" name=""/>
        <dsp:cNvSpPr/>
      </dsp:nvSpPr>
      <dsp:spPr>
        <a:xfrm>
          <a:off x="5013103" y="456837"/>
          <a:ext cx="666473" cy="6664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9EEEB-6EAF-44DC-BF97-509A13CAE888}">
      <dsp:nvSpPr>
        <dsp:cNvPr id="0" name=""/>
        <dsp:cNvSpPr/>
      </dsp:nvSpPr>
      <dsp:spPr>
        <a:xfrm>
          <a:off x="6167119" y="215527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Founded 1948</a:t>
          </a:r>
          <a:endParaRPr lang="en-US" sz="2400" kern="1200"/>
        </a:p>
      </dsp:txBody>
      <dsp:txXfrm>
        <a:off x="6167119" y="215527"/>
        <a:ext cx="2708573" cy="1149091"/>
      </dsp:txXfrm>
    </dsp:sp>
    <dsp:sp modelId="{864FC488-B9C2-4E65-9327-8C2C81930BE8}">
      <dsp:nvSpPr>
        <dsp:cNvPr id="0" name=""/>
        <dsp:cNvSpPr/>
      </dsp:nvSpPr>
      <dsp:spPr>
        <a:xfrm>
          <a:off x="195947" y="1923620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DF4E8-4BBA-4612-9C89-CA549E08E39A}">
      <dsp:nvSpPr>
        <dsp:cNvPr id="0" name=""/>
        <dsp:cNvSpPr/>
      </dsp:nvSpPr>
      <dsp:spPr>
        <a:xfrm>
          <a:off x="437256" y="2164929"/>
          <a:ext cx="666473" cy="6664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D2606-EAE9-4551-8F8A-3F97DEB17655}">
      <dsp:nvSpPr>
        <dsp:cNvPr id="0" name=""/>
        <dsp:cNvSpPr/>
      </dsp:nvSpPr>
      <dsp:spPr>
        <a:xfrm>
          <a:off x="1591272" y="1923620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b="0" kern="1200"/>
            <a:t>Main base: Tunis-Carthage International Airport</a:t>
          </a:r>
          <a:endParaRPr lang="en-US" sz="2400" kern="1200"/>
        </a:p>
      </dsp:txBody>
      <dsp:txXfrm>
        <a:off x="1591272" y="1923620"/>
        <a:ext cx="2708573" cy="1149091"/>
      </dsp:txXfrm>
    </dsp:sp>
    <dsp:sp modelId="{813792EE-A070-4D27-9FE5-ED559B3972FF}">
      <dsp:nvSpPr>
        <dsp:cNvPr id="0" name=""/>
        <dsp:cNvSpPr/>
      </dsp:nvSpPr>
      <dsp:spPr>
        <a:xfrm>
          <a:off x="4771794" y="1923620"/>
          <a:ext cx="1149091" cy="114909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D40D0-E80C-4522-A4FA-6F8EE3940E64}">
      <dsp:nvSpPr>
        <dsp:cNvPr id="0" name=""/>
        <dsp:cNvSpPr/>
      </dsp:nvSpPr>
      <dsp:spPr>
        <a:xfrm>
          <a:off x="5013103" y="2164929"/>
          <a:ext cx="666473" cy="6664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2FC0B-D8D0-408B-8834-0508C3AD57A4}">
      <dsp:nvSpPr>
        <dsp:cNvPr id="0" name=""/>
        <dsp:cNvSpPr/>
      </dsp:nvSpPr>
      <dsp:spPr>
        <a:xfrm>
          <a:off x="6167119" y="1923620"/>
          <a:ext cx="2708573" cy="114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Current</a:t>
          </a:r>
          <a:r>
            <a:rPr lang="de-DE" sz="2400" b="0" kern="1200"/>
            <a:t> </a:t>
          </a:r>
          <a:r>
            <a:rPr lang="de-DE" sz="2400" kern="1200"/>
            <a:t>fleet of 28</a:t>
          </a:r>
          <a:r>
            <a:rPr lang="de-DE" sz="2400" b="0" kern="1200"/>
            <a:t> aircrafts (</a:t>
          </a:r>
          <a:r>
            <a:rPr lang="de-DE" sz="2400" kern="1200"/>
            <a:t>mostly Boeing and</a:t>
          </a:r>
          <a:r>
            <a:rPr lang="de-DE" sz="2400" b="0" kern="1200"/>
            <a:t> Airbus)</a:t>
          </a:r>
          <a:endParaRPr lang="en-US" sz="2400" kern="1200"/>
        </a:p>
      </dsp:txBody>
      <dsp:txXfrm>
        <a:off x="6167119" y="1923620"/>
        <a:ext cx="2708573" cy="11490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A6D5C-A40D-417E-8C17-B6568799CC99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6D669-B7F3-4CF3-82AF-ADADE2B07A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40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Arial"/>
              </a:rPr>
              <a:t>Arrival and Departure airport in unique three-letter IATA Identifier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 is a combination of Type and aircraft registration number</a:t>
            </a:r>
            <a:endParaRPr lang="en-US" dirty="0">
              <a:cs typeface="Arial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93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RTR = Return </a:t>
            </a:r>
            <a:r>
              <a:rPr lang="de-DE" dirty="0" err="1"/>
              <a:t>flight</a:t>
            </a:r>
            <a:r>
              <a:rPr lang="de-DE" dirty="0"/>
              <a:t>, </a:t>
            </a:r>
            <a:r>
              <a:rPr lang="de-DE" dirty="0" err="1"/>
              <a:t>start</a:t>
            </a:r>
            <a:r>
              <a:rPr lang="de-DE" dirty="0"/>
              <a:t> and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29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Was besagt der RSME Wert aus?: Es ist präziser zu sagen, dass der RMSE die durchschnittliche Abweichung (Fehlerspanne) deiner Vorhersage von den tatsächlichen Werten beschreibt, nicht die Verteilung der Werte selbst. In deinem Beispiel Verspätung: Wenn dein Modell einen RMSE von 5 Minuten hat, bedeutet das vereinfacht: Deine Vorhersagen liegen im Schnitt etwa 5 Minuten neben der echten Verspätung.</a:t>
            </a:r>
          </a:p>
          <a:p>
            <a:endParaRPr lang="de-DE" dirty="0"/>
          </a:p>
          <a:p>
            <a:r>
              <a:rPr lang="de-DE" dirty="0"/>
              <a:t>Negativer R </a:t>
            </a:r>
            <a:r>
              <a:rPr lang="de-DE" dirty="0" err="1"/>
              <a:t>squared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 Ein negatives 𝑅2 bedeutet schlichtweg, dass dein Modell schlechter ist als der Durchschnittswert der Daten.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142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Drivers for Delays (2018)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45-49 % Airlines: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Technical Defects -&gt; aircraft or type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Missing Crews -&gt; aircraft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Delayed arrival -&gt; aircraft, </a:t>
            </a:r>
            <a:r>
              <a:rPr lang="en-US" dirty="0" err="1"/>
              <a:t>airport_dep</a:t>
            </a:r>
            <a:r>
              <a:rPr lang="en-US" dirty="0"/>
              <a:t>, </a:t>
            </a:r>
            <a:r>
              <a:rPr lang="en-US" dirty="0" err="1"/>
              <a:t>airport_arrival</a:t>
            </a:r>
            <a:endParaRPr lang="en-US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30-35 % Air Traffic Control (ATC)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Capacity Bottlenecks in the air or the ground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10 % Weather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Thunderstorms, snow, …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Other matters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Strikes, passenger problems, security checks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6D669-B7F3-4CF3-82AF-ADADE2B07AA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3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DFDE1C5-AE27-4D5C-B575-4FA006BACA75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56F3F8E-F925-4F70-A1A2-45A4C0D33CB5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BBCD84-8259-4044-A25D-96402C6D6273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nisair.com/d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nilorenz/ml-project-flight-delay-tunisai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30038" y="944026"/>
            <a:ext cx="6551592" cy="9339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r>
              <a:rPr lang="de-DE" sz="3300" dirty="0">
                <a:latin typeface="Arial"/>
              </a:rPr>
              <a:t>Flight Delay </a:t>
            </a:r>
            <a:r>
              <a:rPr lang="de-DE" sz="3300">
                <a:latin typeface="Arial"/>
              </a:rPr>
              <a:t>Prediction</a:t>
            </a:r>
            <a:endParaRPr lang="de-DE" sz="3300" b="0" u="none" strike="noStrike"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749315" y="4545694"/>
            <a:ext cx="2661397" cy="56481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de-DE" sz="1500" b="0" u="none" strike="noStrike" dirty="0">
                <a:effectLst/>
                <a:uFillTx/>
                <a:latin typeface="Arial"/>
              </a:rPr>
              <a:t>By Christian, Jan and Niklas</a:t>
            </a:r>
            <a:endParaRPr lang="de-DE" sz="1500" dirty="0"/>
          </a:p>
        </p:txBody>
      </p:sp>
      <p:cxnSp>
        <p:nvCxnSpPr>
          <p:cNvPr id="70" name="Straight Connector 50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317" y="720308"/>
            <a:ext cx="609318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/>
          <p:cNvPicPr/>
          <p:nvPr/>
        </p:nvPicPr>
        <p:blipFill>
          <a:blip r:embed="rId2"/>
          <a:stretch/>
        </p:blipFill>
        <p:spPr>
          <a:xfrm>
            <a:off x="715316" y="2218812"/>
            <a:ext cx="8664047" cy="1732809"/>
          </a:xfrm>
          <a:prstGeom prst="rect">
            <a:avLst/>
          </a:prstGeom>
          <a:noFill/>
        </p:spPr>
      </p:pic>
      <p:cxnSp>
        <p:nvCxnSpPr>
          <p:cNvPr id="71" name="Straight Connector 52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4960" y="4325741"/>
            <a:ext cx="864787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F5E809E8-5EC7-7A49-8D7E-1868474318B8}"/>
              </a:ext>
            </a:extLst>
          </p:cNvPr>
          <p:cNvSpPr/>
          <p:nvPr/>
        </p:nvSpPr>
        <p:spPr>
          <a:xfrm>
            <a:off x="638726" y="676359"/>
            <a:ext cx="819510" cy="8630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335F08E-EAA7-6B33-927E-93BBE006392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074582" y="4546820"/>
            <a:ext cx="2661397" cy="56481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de-DE" sz="1500" b="0" u="none" strike="noStrike" dirty="0">
                <a:effectLst/>
                <a:uFillTx/>
                <a:latin typeface="Arial"/>
                <a:hlinkClick r:id="rId3"/>
              </a:rPr>
              <a:t>https://www.tunisair.com/de</a:t>
            </a:r>
            <a:endParaRPr lang="de-DE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21672" y="528788"/>
            <a:ext cx="2835176" cy="14214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/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Table of contents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76" y="2128114"/>
            <a:ext cx="2691388" cy="15122"/>
          </a:xfrm>
          <a:custGeom>
            <a:avLst/>
            <a:gdLst>
              <a:gd name="csX0" fmla="*/ 0 w 2691388"/>
              <a:gd name="csY0" fmla="*/ 0 h 15122"/>
              <a:gd name="csX1" fmla="*/ 645933 w 2691388"/>
              <a:gd name="csY1" fmla="*/ 0 h 15122"/>
              <a:gd name="csX2" fmla="*/ 1318780 w 2691388"/>
              <a:gd name="csY2" fmla="*/ 0 h 15122"/>
              <a:gd name="csX3" fmla="*/ 1991627 w 2691388"/>
              <a:gd name="csY3" fmla="*/ 0 h 15122"/>
              <a:gd name="csX4" fmla="*/ 2691388 w 2691388"/>
              <a:gd name="csY4" fmla="*/ 0 h 15122"/>
              <a:gd name="csX5" fmla="*/ 2691388 w 2691388"/>
              <a:gd name="csY5" fmla="*/ 15122 h 15122"/>
              <a:gd name="csX6" fmla="*/ 2018541 w 2691388"/>
              <a:gd name="csY6" fmla="*/ 15122 h 15122"/>
              <a:gd name="csX7" fmla="*/ 1399522 w 2691388"/>
              <a:gd name="csY7" fmla="*/ 15122 h 15122"/>
              <a:gd name="csX8" fmla="*/ 780503 w 2691388"/>
              <a:gd name="csY8" fmla="*/ 15122 h 15122"/>
              <a:gd name="csX9" fmla="*/ 0 w 2691388"/>
              <a:gd name="csY9" fmla="*/ 15122 h 15122"/>
              <a:gd name="csX10" fmla="*/ 0 w 2691388"/>
              <a:gd name="csY10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91388" h="15122" fill="none" extrusionOk="0">
                <a:moveTo>
                  <a:pt x="0" y="0"/>
                </a:moveTo>
                <a:cubicBezTo>
                  <a:pt x="265191" y="-12497"/>
                  <a:pt x="473379" y="-9202"/>
                  <a:pt x="645933" y="0"/>
                </a:cubicBezTo>
                <a:cubicBezTo>
                  <a:pt x="818487" y="9202"/>
                  <a:pt x="1032737" y="23221"/>
                  <a:pt x="1318780" y="0"/>
                </a:cubicBezTo>
                <a:cubicBezTo>
                  <a:pt x="1604823" y="-23221"/>
                  <a:pt x="1711477" y="17322"/>
                  <a:pt x="1991627" y="0"/>
                </a:cubicBezTo>
                <a:cubicBezTo>
                  <a:pt x="2271777" y="-17322"/>
                  <a:pt x="2459691" y="-13160"/>
                  <a:pt x="2691388" y="0"/>
                </a:cubicBezTo>
                <a:cubicBezTo>
                  <a:pt x="2691008" y="4675"/>
                  <a:pt x="2690673" y="8698"/>
                  <a:pt x="2691388" y="15122"/>
                </a:cubicBezTo>
                <a:cubicBezTo>
                  <a:pt x="2370946" y="27452"/>
                  <a:pt x="2279423" y="39307"/>
                  <a:pt x="2018541" y="15122"/>
                </a:cubicBezTo>
                <a:cubicBezTo>
                  <a:pt x="1757659" y="-9063"/>
                  <a:pt x="1552456" y="13860"/>
                  <a:pt x="1399522" y="15122"/>
                </a:cubicBezTo>
                <a:cubicBezTo>
                  <a:pt x="1246588" y="16384"/>
                  <a:pt x="980702" y="23142"/>
                  <a:pt x="780503" y="15122"/>
                </a:cubicBezTo>
                <a:cubicBezTo>
                  <a:pt x="580304" y="7102"/>
                  <a:pt x="296427" y="31081"/>
                  <a:pt x="0" y="15122"/>
                </a:cubicBezTo>
                <a:cubicBezTo>
                  <a:pt x="40" y="9769"/>
                  <a:pt x="-488" y="3571"/>
                  <a:pt x="0" y="0"/>
                </a:cubicBezTo>
                <a:close/>
              </a:path>
              <a:path w="2691388" h="15122" stroke="0" extrusionOk="0">
                <a:moveTo>
                  <a:pt x="0" y="0"/>
                </a:moveTo>
                <a:cubicBezTo>
                  <a:pt x="316397" y="-26713"/>
                  <a:pt x="404683" y="-22367"/>
                  <a:pt x="645933" y="0"/>
                </a:cubicBezTo>
                <a:cubicBezTo>
                  <a:pt x="887183" y="22367"/>
                  <a:pt x="1045511" y="-15896"/>
                  <a:pt x="1238038" y="0"/>
                </a:cubicBezTo>
                <a:cubicBezTo>
                  <a:pt x="1430565" y="15896"/>
                  <a:pt x="1714202" y="-28845"/>
                  <a:pt x="1964713" y="0"/>
                </a:cubicBezTo>
                <a:cubicBezTo>
                  <a:pt x="2215224" y="28845"/>
                  <a:pt x="2458004" y="-28643"/>
                  <a:pt x="2691388" y="0"/>
                </a:cubicBezTo>
                <a:cubicBezTo>
                  <a:pt x="2691847" y="3085"/>
                  <a:pt x="2691468" y="8086"/>
                  <a:pt x="2691388" y="15122"/>
                </a:cubicBezTo>
                <a:cubicBezTo>
                  <a:pt x="2546774" y="11191"/>
                  <a:pt x="2310465" y="-3644"/>
                  <a:pt x="2072369" y="15122"/>
                </a:cubicBezTo>
                <a:cubicBezTo>
                  <a:pt x="1834273" y="33888"/>
                  <a:pt x="1625969" y="29722"/>
                  <a:pt x="1453350" y="15122"/>
                </a:cubicBezTo>
                <a:cubicBezTo>
                  <a:pt x="1280731" y="522"/>
                  <a:pt x="953016" y="-11591"/>
                  <a:pt x="726675" y="15122"/>
                </a:cubicBezTo>
                <a:cubicBezTo>
                  <a:pt x="500335" y="41835"/>
                  <a:pt x="172513" y="23674"/>
                  <a:pt x="0" y="15122"/>
                </a:cubicBezTo>
                <a:cubicBezTo>
                  <a:pt x="268" y="8525"/>
                  <a:pt x="87" y="73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22310" y="2321145"/>
            <a:ext cx="3373138" cy="2820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Introduction of our client</a:t>
            </a:r>
            <a:endParaRPr lang="de-DE" sz="2000">
              <a:latin typeface="+mn-lt"/>
              <a:ea typeface="+mn-ea"/>
              <a:cs typeface="+mn-cs"/>
            </a:endParaRPr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Dataset</a:t>
            </a:r>
            <a:endParaRPr lang="en-US" sz="2000"/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Exploratory data analysis</a:t>
            </a:r>
            <a:endParaRPr lang="en-US" sz="2000"/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Results</a:t>
            </a:r>
            <a:endParaRPr lang="en-US" sz="2000"/>
          </a:p>
          <a:p>
            <a:pPr marL="285750" indent="-285750">
              <a:spcBef>
                <a:spcPts val="1417"/>
              </a:spcBef>
              <a:buFont typeface="Arial"/>
              <a:buChar char="•"/>
            </a:pPr>
            <a:r>
              <a:rPr lang="en-US" sz="2000">
                <a:latin typeface="+mn-lt"/>
                <a:ea typeface="+mn-ea"/>
                <a:cs typeface="+mn-cs"/>
              </a:rPr>
              <a:t>Conclusion</a:t>
            </a:r>
            <a:endParaRPr lang="de-DE" sz="2000"/>
          </a:p>
          <a:p>
            <a:pPr indent="-228600">
              <a:spcBef>
                <a:spcPts val="1417"/>
              </a:spcBef>
              <a:buFont typeface="Arial" panose="020B0604020202020204" pitchFamily="34" charset="0"/>
              <a:buChar char="•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indent="-228600">
              <a:spcBef>
                <a:spcPts val="1417"/>
              </a:spcBef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F19FD2E-1BD4-F305-32BC-569448E2A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373" y="1394487"/>
            <a:ext cx="5570163" cy="2874354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2A7CA1A-EB04-1AB8-0E13-5CD0CEADF23C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021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Tunisair</a:t>
            </a:r>
          </a:p>
        </p:txBody>
      </p:sp>
      <p:graphicFrame>
        <p:nvGraphicFramePr>
          <p:cNvPr id="18" name="PlaceHolder 2">
            <a:extLst>
              <a:ext uri="{FF2B5EF4-FFF2-40B4-BE49-F238E27FC236}">
                <a16:creationId xmlns:a16="http://schemas.microsoft.com/office/drawing/2014/main" id="{0FF61CAD-EFFE-60DC-383A-27E7B1F61037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4000" y="1326600"/>
          <a:ext cx="9071640" cy="3288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Grafik 15"/>
          <p:cNvPicPr/>
          <p:nvPr/>
        </p:nvPicPr>
        <p:blipFill>
          <a:blip r:embed="rId7"/>
          <a:stretch/>
        </p:blipFill>
        <p:spPr>
          <a:xfrm>
            <a:off x="6282720" y="360000"/>
            <a:ext cx="3437280" cy="68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43E7043-0D06-E273-C4BC-E82A21A40337}"/>
              </a:ext>
            </a:extLst>
          </p:cNvPr>
          <p:cNvSpPr txBox="1"/>
          <p:nvPr/>
        </p:nvSpPr>
        <p:spPr>
          <a:xfrm>
            <a:off x="505003" y="5053110"/>
            <a:ext cx="1626064" cy="306323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Arial"/>
              </a:rPr>
              <a:t>Source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de-DE" sz="1400">
                <a:solidFill>
                  <a:srgbClr val="000000"/>
                </a:solidFill>
                <a:latin typeface="Arial"/>
              </a:rPr>
              <a:t>Wikipedia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oliennummernplatzhalter 1">
            <a:extLst>
              <a:ext uri="{FF2B5EF4-FFF2-40B4-BE49-F238E27FC236}">
                <a16:creationId xmlns:a16="http://schemas.microsoft.com/office/drawing/2014/main" id="{893BEA94-E7E8-27CD-DA87-C1F2668DC2A7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3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28242" y="528517"/>
            <a:ext cx="2953254" cy="2954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/>
            <a:r>
              <a:rPr lang="en-US" sz="5000" b="0" u="none" strike="noStrike" kern="120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Business Trend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528242" y="3829284"/>
            <a:ext cx="2953254" cy="128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latin typeface="+mn-lt"/>
                <a:ea typeface="+mn-ea"/>
                <a:cs typeface="+mn-cs"/>
              </a:rPr>
              <a:t>Source</a:t>
            </a:r>
            <a:r>
              <a:rPr lang="en-US" sz="1600" b="0" u="none" strike="noStrike" kern="1200">
                <a:effectLst/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sz="1600" kern="1200">
                <a:latin typeface="+mn-lt"/>
                <a:ea typeface="+mn-ea"/>
                <a:cs typeface="+mn-cs"/>
              </a:rPr>
              <a:t>Wikipedia</a:t>
            </a:r>
            <a:endParaRPr lang="en-US" sz="1600" b="0" u="none" strike="noStrike" kern="120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76" y="3645810"/>
            <a:ext cx="2691388" cy="15122"/>
          </a:xfrm>
          <a:custGeom>
            <a:avLst/>
            <a:gdLst>
              <a:gd name="csX0" fmla="*/ 0 w 2691388"/>
              <a:gd name="csY0" fmla="*/ 0 h 15122"/>
              <a:gd name="csX1" fmla="*/ 645933 w 2691388"/>
              <a:gd name="csY1" fmla="*/ 0 h 15122"/>
              <a:gd name="csX2" fmla="*/ 1318780 w 2691388"/>
              <a:gd name="csY2" fmla="*/ 0 h 15122"/>
              <a:gd name="csX3" fmla="*/ 1991627 w 2691388"/>
              <a:gd name="csY3" fmla="*/ 0 h 15122"/>
              <a:gd name="csX4" fmla="*/ 2691388 w 2691388"/>
              <a:gd name="csY4" fmla="*/ 0 h 15122"/>
              <a:gd name="csX5" fmla="*/ 2691388 w 2691388"/>
              <a:gd name="csY5" fmla="*/ 15122 h 15122"/>
              <a:gd name="csX6" fmla="*/ 2018541 w 2691388"/>
              <a:gd name="csY6" fmla="*/ 15122 h 15122"/>
              <a:gd name="csX7" fmla="*/ 1399522 w 2691388"/>
              <a:gd name="csY7" fmla="*/ 15122 h 15122"/>
              <a:gd name="csX8" fmla="*/ 780503 w 2691388"/>
              <a:gd name="csY8" fmla="*/ 15122 h 15122"/>
              <a:gd name="csX9" fmla="*/ 0 w 2691388"/>
              <a:gd name="csY9" fmla="*/ 15122 h 15122"/>
              <a:gd name="csX10" fmla="*/ 0 w 2691388"/>
              <a:gd name="csY10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91388" h="15122" fill="none" extrusionOk="0">
                <a:moveTo>
                  <a:pt x="0" y="0"/>
                </a:moveTo>
                <a:cubicBezTo>
                  <a:pt x="265191" y="-12497"/>
                  <a:pt x="473379" y="-9202"/>
                  <a:pt x="645933" y="0"/>
                </a:cubicBezTo>
                <a:cubicBezTo>
                  <a:pt x="818487" y="9202"/>
                  <a:pt x="1032737" y="23221"/>
                  <a:pt x="1318780" y="0"/>
                </a:cubicBezTo>
                <a:cubicBezTo>
                  <a:pt x="1604823" y="-23221"/>
                  <a:pt x="1711477" y="17322"/>
                  <a:pt x="1991627" y="0"/>
                </a:cubicBezTo>
                <a:cubicBezTo>
                  <a:pt x="2271777" y="-17322"/>
                  <a:pt x="2459691" y="-13160"/>
                  <a:pt x="2691388" y="0"/>
                </a:cubicBezTo>
                <a:cubicBezTo>
                  <a:pt x="2691008" y="4675"/>
                  <a:pt x="2690673" y="8698"/>
                  <a:pt x="2691388" y="15122"/>
                </a:cubicBezTo>
                <a:cubicBezTo>
                  <a:pt x="2370946" y="27452"/>
                  <a:pt x="2279423" y="39307"/>
                  <a:pt x="2018541" y="15122"/>
                </a:cubicBezTo>
                <a:cubicBezTo>
                  <a:pt x="1757659" y="-9063"/>
                  <a:pt x="1552456" y="13860"/>
                  <a:pt x="1399522" y="15122"/>
                </a:cubicBezTo>
                <a:cubicBezTo>
                  <a:pt x="1246588" y="16384"/>
                  <a:pt x="980702" y="23142"/>
                  <a:pt x="780503" y="15122"/>
                </a:cubicBezTo>
                <a:cubicBezTo>
                  <a:pt x="580304" y="7102"/>
                  <a:pt x="296427" y="31081"/>
                  <a:pt x="0" y="15122"/>
                </a:cubicBezTo>
                <a:cubicBezTo>
                  <a:pt x="40" y="9769"/>
                  <a:pt x="-488" y="3571"/>
                  <a:pt x="0" y="0"/>
                </a:cubicBezTo>
                <a:close/>
              </a:path>
              <a:path w="2691388" h="15122" stroke="0" extrusionOk="0">
                <a:moveTo>
                  <a:pt x="0" y="0"/>
                </a:moveTo>
                <a:cubicBezTo>
                  <a:pt x="316397" y="-26713"/>
                  <a:pt x="404683" y="-22367"/>
                  <a:pt x="645933" y="0"/>
                </a:cubicBezTo>
                <a:cubicBezTo>
                  <a:pt x="887183" y="22367"/>
                  <a:pt x="1045511" y="-15896"/>
                  <a:pt x="1238038" y="0"/>
                </a:cubicBezTo>
                <a:cubicBezTo>
                  <a:pt x="1430565" y="15896"/>
                  <a:pt x="1714202" y="-28845"/>
                  <a:pt x="1964713" y="0"/>
                </a:cubicBezTo>
                <a:cubicBezTo>
                  <a:pt x="2215224" y="28845"/>
                  <a:pt x="2458004" y="-28643"/>
                  <a:pt x="2691388" y="0"/>
                </a:cubicBezTo>
                <a:cubicBezTo>
                  <a:pt x="2691847" y="3085"/>
                  <a:pt x="2691468" y="8086"/>
                  <a:pt x="2691388" y="15122"/>
                </a:cubicBezTo>
                <a:cubicBezTo>
                  <a:pt x="2546774" y="11191"/>
                  <a:pt x="2310465" y="-3644"/>
                  <a:pt x="2072369" y="15122"/>
                </a:cubicBezTo>
                <a:cubicBezTo>
                  <a:pt x="1834273" y="33888"/>
                  <a:pt x="1625969" y="29722"/>
                  <a:pt x="1453350" y="15122"/>
                </a:cubicBezTo>
                <a:cubicBezTo>
                  <a:pt x="1280731" y="522"/>
                  <a:pt x="953016" y="-11591"/>
                  <a:pt x="726675" y="15122"/>
                </a:cubicBezTo>
                <a:cubicBezTo>
                  <a:pt x="500335" y="41835"/>
                  <a:pt x="172513" y="23674"/>
                  <a:pt x="0" y="15122"/>
                </a:cubicBezTo>
                <a:cubicBezTo>
                  <a:pt x="268" y="8525"/>
                  <a:pt x="87" y="736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B4CDF02-C0E4-5B2B-2372-FD899D46F3A7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4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19" name="Tabelle 18"/>
          <p:cNvGraphicFramePr/>
          <p:nvPr>
            <p:extLst>
              <p:ext uri="{D42A27DB-BD31-4B8C-83A1-F6EECF244321}">
                <p14:modId xmlns:p14="http://schemas.microsoft.com/office/powerpoint/2010/main" val="3509149879"/>
              </p:ext>
            </p:extLst>
          </p:nvPr>
        </p:nvGraphicFramePr>
        <p:xfrm>
          <a:off x="3848278" y="848433"/>
          <a:ext cx="5965212" cy="3951003"/>
        </p:xfrm>
        <a:graphic>
          <a:graphicData uri="http://schemas.openxmlformats.org/drawingml/2006/table">
            <a:tbl>
              <a:tblPr firstRow="1" bandRow="1"/>
              <a:tblGrid>
                <a:gridCol w="300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1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41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46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848114">
                <a:tc>
                  <a:txBody>
                    <a:bodyPr/>
                    <a:lstStyle/>
                    <a:p>
                      <a:endParaRPr lang="de-DE" sz="2200" b="0" u="none" strike="noStrike" dirty="0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/>
                      <a:endParaRPr lang="de-DE" sz="2200" b="1" u="none" strike="noStrike" dirty="0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1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2016</a:t>
                      </a:r>
                      <a:endParaRPr lang="de-DE" sz="2200" b="1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1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2017</a:t>
                      </a:r>
                      <a:endParaRPr lang="de-DE" sz="2200" b="1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1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2018</a:t>
                      </a:r>
                      <a:endParaRPr lang="de-DE" sz="2200" b="1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47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Number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of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employees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3,579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3,765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114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Number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of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passengers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(in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million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)</a:t>
                      </a:r>
                      <a:endParaRPr lang="de-DE" sz="2200" b="0" u="none" strike="noStrike" dirty="0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3.0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3.5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ea typeface="Calibri"/>
                          <a:cs typeface="Arial"/>
                        </a:rPr>
                        <a:t>3.8</a:t>
                      </a: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114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Passenger </a:t>
                      </a:r>
                      <a:r>
                        <a:rPr lang="de-DE" sz="2200" b="0" u="none" strike="noStrike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load</a:t>
                      </a:r>
                      <a:r>
                        <a:rPr lang="de-DE" sz="2200" b="0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Helvetica-Bold"/>
                          <a:cs typeface="Arial"/>
                        </a:rPr>
                        <a:t>factor</a:t>
                      </a:r>
                      <a:r>
                        <a:rPr lang="de-DE" sz="2200" b="0" u="none" strike="noStrike" dirty="0">
                          <a:solidFill>
                            <a:schemeClr val="tx1"/>
                          </a:solidFill>
                          <a:effectLst/>
                          <a:uFillTx/>
                          <a:latin typeface="Arial"/>
                          <a:ea typeface="Arial"/>
                          <a:cs typeface="Arial"/>
                        </a:rPr>
                        <a:t> (in %)</a:t>
                      </a:r>
                      <a:endParaRPr lang="de-DE" sz="2200" b="0" u="none" strike="noStrike" dirty="0">
                        <a:solidFill>
                          <a:schemeClr val="tx1"/>
                        </a:solidFill>
                        <a:effectLst/>
                        <a:uFillTx/>
                        <a:latin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-</a:t>
                      </a: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74.4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74.5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8114">
                <a:tc>
                  <a:txBody>
                    <a:bodyPr/>
                    <a:lstStyle/>
                    <a:p>
                      <a:pPr algn="l"/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Number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of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aircraft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</a:t>
                      </a:r>
                      <a:b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</a:b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(at </a:t>
                      </a:r>
                      <a:r>
                        <a:rPr lang="de-DE" sz="2200" b="0" u="none" strike="noStrike" dirty="0" err="1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year</a:t>
                      </a:r>
                      <a:r>
                        <a:rPr lang="de-DE" sz="2200" b="0" u="none" strike="noStrike" dirty="0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 end)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29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29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200" b="0" u="none" strike="noStrike">
                          <a:solidFill>
                            <a:srgbClr val="18191A"/>
                          </a:solidFill>
                          <a:effectLst/>
                          <a:uFillTx/>
                          <a:latin typeface="Arial"/>
                          <a:cs typeface="Arial"/>
                        </a:rPr>
                        <a:t>28</a:t>
                      </a:r>
                      <a:endParaRPr lang="de-DE" sz="2200" b="0" u="none" strike="noStrike">
                        <a:solidFill>
                          <a:srgbClr val="18191A"/>
                        </a:solidFill>
                        <a:effectLst/>
                        <a:uFillTx/>
                        <a:latin typeface="Arial"/>
                        <a:ea typeface="Helvetica-Bold"/>
                        <a:cs typeface="Arial"/>
                      </a:endParaRPr>
                    </a:p>
                  </a:txBody>
                  <a:tcPr marL="50253" marR="50253" marT="50253" marB="50253" anchor="ctr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3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572065" y="527605"/>
            <a:ext cx="3984367" cy="1221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indent="0"/>
            <a:r>
              <a:rPr lang="en-US" sz="3700" b="0" u="none" strike="noStrike" kern="1200" err="1">
                <a:effectLst/>
                <a:uFillTx/>
                <a:latin typeface="+mj-lt"/>
                <a:ea typeface="+mj-ea"/>
                <a:cs typeface="+mj-cs"/>
              </a:rPr>
              <a:t>Destinations</a:t>
            </a:r>
            <a:r>
              <a:rPr lang="en-US" sz="37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700" b="0" u="none" strike="noStrike" kern="1200" err="1">
                <a:effectLst/>
                <a:uFillTx/>
                <a:latin typeface="+mj-lt"/>
                <a:ea typeface="+mj-ea"/>
                <a:cs typeface="+mj-cs"/>
              </a:rPr>
              <a:t>based</a:t>
            </a:r>
            <a:r>
              <a:rPr lang="en-US" sz="3700" b="0" u="none" strike="noStrike" kern="1200">
                <a:effectLst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700"/>
              <a:t>o</a:t>
            </a:r>
            <a:r>
              <a:rPr lang="en-US" sz="3700" dirty="0"/>
              <a:t>n</a:t>
            </a:r>
            <a:r>
              <a:rPr lang="en-US" sz="37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700" b="0" u="none" strike="noStrike" kern="1200" err="1">
                <a:effectLst/>
                <a:uFillTx/>
                <a:latin typeface="+mj-lt"/>
                <a:ea typeface="+mj-ea"/>
                <a:cs typeface="+mj-cs"/>
              </a:rPr>
              <a:t>dataset</a:t>
            </a:r>
            <a:endParaRPr lang="en-US" sz="3700" b="0" u="none" strike="noStrike" kern="1200">
              <a:effectLst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2" name="Grafik 21"/>
          <p:cNvPicPr/>
          <p:nvPr/>
        </p:nvPicPr>
        <p:blipFill>
          <a:blip r:embed="rId2"/>
          <a:stretch/>
        </p:blipFill>
        <p:spPr>
          <a:xfrm>
            <a:off x="521672" y="1165242"/>
            <a:ext cx="4513600" cy="3340064"/>
          </a:xfrm>
          <a:prstGeom prst="rect">
            <a:avLst/>
          </a:prstGeom>
          <a:noFill/>
        </p:spPr>
      </p:pic>
      <p:sp>
        <p:nvSpPr>
          <p:cNvPr id="54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2065" y="1962010"/>
            <a:ext cx="2691387" cy="15121"/>
          </a:xfrm>
          <a:custGeom>
            <a:avLst/>
            <a:gdLst>
              <a:gd name="csX0" fmla="*/ 0 w 2691387"/>
              <a:gd name="csY0" fmla="*/ 0 h 15121"/>
              <a:gd name="csX1" fmla="*/ 645933 w 2691387"/>
              <a:gd name="csY1" fmla="*/ 0 h 15121"/>
              <a:gd name="csX2" fmla="*/ 1318780 w 2691387"/>
              <a:gd name="csY2" fmla="*/ 0 h 15121"/>
              <a:gd name="csX3" fmla="*/ 1991626 w 2691387"/>
              <a:gd name="csY3" fmla="*/ 0 h 15121"/>
              <a:gd name="csX4" fmla="*/ 2691387 w 2691387"/>
              <a:gd name="csY4" fmla="*/ 0 h 15121"/>
              <a:gd name="csX5" fmla="*/ 2691387 w 2691387"/>
              <a:gd name="csY5" fmla="*/ 15121 h 15121"/>
              <a:gd name="csX6" fmla="*/ 2018540 w 2691387"/>
              <a:gd name="csY6" fmla="*/ 15121 h 15121"/>
              <a:gd name="csX7" fmla="*/ 1399521 w 2691387"/>
              <a:gd name="csY7" fmla="*/ 15121 h 15121"/>
              <a:gd name="csX8" fmla="*/ 780502 w 2691387"/>
              <a:gd name="csY8" fmla="*/ 15121 h 15121"/>
              <a:gd name="csX9" fmla="*/ 0 w 2691387"/>
              <a:gd name="csY9" fmla="*/ 15121 h 15121"/>
              <a:gd name="csX10" fmla="*/ 0 w 2691387"/>
              <a:gd name="csY10" fmla="*/ 0 h 151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91387" h="15121" fill="none" extrusionOk="0">
                <a:moveTo>
                  <a:pt x="0" y="0"/>
                </a:moveTo>
                <a:cubicBezTo>
                  <a:pt x="265191" y="-12497"/>
                  <a:pt x="473379" y="-9202"/>
                  <a:pt x="645933" y="0"/>
                </a:cubicBezTo>
                <a:cubicBezTo>
                  <a:pt x="818487" y="9202"/>
                  <a:pt x="1032737" y="23221"/>
                  <a:pt x="1318780" y="0"/>
                </a:cubicBezTo>
                <a:cubicBezTo>
                  <a:pt x="1604823" y="-23221"/>
                  <a:pt x="1712338" y="20612"/>
                  <a:pt x="1991626" y="0"/>
                </a:cubicBezTo>
                <a:cubicBezTo>
                  <a:pt x="2270914" y="-20612"/>
                  <a:pt x="2459690" y="-13160"/>
                  <a:pt x="2691387" y="0"/>
                </a:cubicBezTo>
                <a:cubicBezTo>
                  <a:pt x="2691929" y="3568"/>
                  <a:pt x="2691205" y="9430"/>
                  <a:pt x="2691387" y="15121"/>
                </a:cubicBezTo>
                <a:cubicBezTo>
                  <a:pt x="2370945" y="27451"/>
                  <a:pt x="2279422" y="39306"/>
                  <a:pt x="2018540" y="15121"/>
                </a:cubicBezTo>
                <a:cubicBezTo>
                  <a:pt x="1757658" y="-9064"/>
                  <a:pt x="1552455" y="13859"/>
                  <a:pt x="1399521" y="15121"/>
                </a:cubicBezTo>
                <a:cubicBezTo>
                  <a:pt x="1246587" y="16383"/>
                  <a:pt x="980701" y="23141"/>
                  <a:pt x="780502" y="15121"/>
                </a:cubicBezTo>
                <a:cubicBezTo>
                  <a:pt x="580303" y="7101"/>
                  <a:pt x="291300" y="30778"/>
                  <a:pt x="0" y="15121"/>
                </a:cubicBezTo>
                <a:cubicBezTo>
                  <a:pt x="435" y="11211"/>
                  <a:pt x="579" y="6812"/>
                  <a:pt x="0" y="0"/>
                </a:cubicBezTo>
                <a:close/>
              </a:path>
              <a:path w="2691387" h="15121" stroke="0" extrusionOk="0">
                <a:moveTo>
                  <a:pt x="0" y="0"/>
                </a:moveTo>
                <a:cubicBezTo>
                  <a:pt x="316397" y="-26713"/>
                  <a:pt x="404683" y="-22367"/>
                  <a:pt x="645933" y="0"/>
                </a:cubicBezTo>
                <a:cubicBezTo>
                  <a:pt x="887183" y="22367"/>
                  <a:pt x="1045511" y="-15896"/>
                  <a:pt x="1238038" y="0"/>
                </a:cubicBezTo>
                <a:cubicBezTo>
                  <a:pt x="1430565" y="15896"/>
                  <a:pt x="1714202" y="-28845"/>
                  <a:pt x="1964713" y="0"/>
                </a:cubicBezTo>
                <a:cubicBezTo>
                  <a:pt x="2215224" y="28845"/>
                  <a:pt x="2459979" y="-28629"/>
                  <a:pt x="2691387" y="0"/>
                </a:cubicBezTo>
                <a:cubicBezTo>
                  <a:pt x="2691993" y="7090"/>
                  <a:pt x="2691779" y="7991"/>
                  <a:pt x="2691387" y="15121"/>
                </a:cubicBezTo>
                <a:cubicBezTo>
                  <a:pt x="2546773" y="11190"/>
                  <a:pt x="2310464" y="-3645"/>
                  <a:pt x="2072368" y="15121"/>
                </a:cubicBezTo>
                <a:cubicBezTo>
                  <a:pt x="1834272" y="33887"/>
                  <a:pt x="1625968" y="29721"/>
                  <a:pt x="1453349" y="15121"/>
                </a:cubicBezTo>
                <a:cubicBezTo>
                  <a:pt x="1280730" y="521"/>
                  <a:pt x="953015" y="-11592"/>
                  <a:pt x="726674" y="15121"/>
                </a:cubicBezTo>
                <a:cubicBezTo>
                  <a:pt x="500334" y="41834"/>
                  <a:pt x="167839" y="22322"/>
                  <a:pt x="0" y="15121"/>
                </a:cubicBezTo>
                <a:cubicBezTo>
                  <a:pt x="-622" y="9531"/>
                  <a:pt x="-440" y="75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feld 30"/>
          <p:cNvSpPr txBox="1"/>
          <p:nvPr/>
        </p:nvSpPr>
        <p:spPr>
          <a:xfrm>
            <a:off x="5572065" y="2313193"/>
            <a:ext cx="2794695" cy="14899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159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Arial"/>
              </a:rPr>
              <a:t>4 continents</a:t>
            </a:r>
          </a:p>
          <a:p>
            <a:pPr marL="2159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Arial"/>
              </a:rPr>
              <a:t>130 destinations</a:t>
            </a:r>
          </a:p>
          <a:p>
            <a:pPr marL="215900" indent="-2286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cs typeface="Arial"/>
              </a:rPr>
              <a:t>415 routes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6301365-8FAF-47EB-FD31-39EBA0715524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97765-CB5C-9691-2408-D49EFE2E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141E487-A5F5-1607-2854-8FC25CEFB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laceHolder 1">
            <a:extLst>
              <a:ext uri="{FF2B5EF4-FFF2-40B4-BE49-F238E27FC236}">
                <a16:creationId xmlns:a16="http://schemas.microsoft.com/office/drawing/2014/main" id="{CC1F7122-DB15-42E1-8648-6644D9CB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dirty="0"/>
              <a:t>Dataset</a:t>
            </a:r>
            <a:endParaRPr lang="en-US" b="0" u="none" strike="noStrike" kern="1200" dirty="0"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ABC3E292-1265-0BA2-A34A-516C5FD25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sX0" fmla="*/ 0 w 8974276"/>
              <a:gd name="csY0" fmla="*/ 0 h 15122"/>
              <a:gd name="csX1" fmla="*/ 600586 w 8974276"/>
              <a:gd name="csY1" fmla="*/ 0 h 15122"/>
              <a:gd name="csX2" fmla="*/ 1290915 w 8974276"/>
              <a:gd name="csY2" fmla="*/ 0 h 15122"/>
              <a:gd name="csX3" fmla="*/ 2070987 w 8974276"/>
              <a:gd name="csY3" fmla="*/ 0 h 15122"/>
              <a:gd name="csX4" fmla="*/ 2671573 w 8974276"/>
              <a:gd name="csY4" fmla="*/ 0 h 15122"/>
              <a:gd name="csX5" fmla="*/ 3361902 w 8974276"/>
              <a:gd name="csY5" fmla="*/ 0 h 15122"/>
              <a:gd name="csX6" fmla="*/ 4231716 w 8974276"/>
              <a:gd name="csY6" fmla="*/ 0 h 15122"/>
              <a:gd name="csX7" fmla="*/ 4742560 w 8974276"/>
              <a:gd name="csY7" fmla="*/ 0 h 15122"/>
              <a:gd name="csX8" fmla="*/ 5522631 w 8974276"/>
              <a:gd name="csY8" fmla="*/ 0 h 15122"/>
              <a:gd name="csX9" fmla="*/ 6033475 w 8974276"/>
              <a:gd name="csY9" fmla="*/ 0 h 15122"/>
              <a:gd name="csX10" fmla="*/ 6723804 w 8974276"/>
              <a:gd name="csY10" fmla="*/ 0 h 15122"/>
              <a:gd name="csX11" fmla="*/ 7503875 w 8974276"/>
              <a:gd name="csY11" fmla="*/ 0 h 15122"/>
              <a:gd name="csX12" fmla="*/ 7924976 w 8974276"/>
              <a:gd name="csY12" fmla="*/ 0 h 15122"/>
              <a:gd name="csX13" fmla="*/ 8346077 w 8974276"/>
              <a:gd name="csY13" fmla="*/ 0 h 15122"/>
              <a:gd name="csX14" fmla="*/ 8974276 w 8974276"/>
              <a:gd name="csY14" fmla="*/ 0 h 15122"/>
              <a:gd name="csX15" fmla="*/ 8974276 w 8974276"/>
              <a:gd name="csY15" fmla="*/ 15122 h 15122"/>
              <a:gd name="csX16" fmla="*/ 8194204 w 8974276"/>
              <a:gd name="csY16" fmla="*/ 15122 h 15122"/>
              <a:gd name="csX17" fmla="*/ 7503875 w 8974276"/>
              <a:gd name="csY17" fmla="*/ 15122 h 15122"/>
              <a:gd name="csX18" fmla="*/ 6903289 w 8974276"/>
              <a:gd name="csY18" fmla="*/ 15122 h 15122"/>
              <a:gd name="csX19" fmla="*/ 6123218 w 8974276"/>
              <a:gd name="csY19" fmla="*/ 15122 h 15122"/>
              <a:gd name="csX20" fmla="*/ 5432889 w 8974276"/>
              <a:gd name="csY20" fmla="*/ 15122 h 15122"/>
              <a:gd name="csX21" fmla="*/ 4563074 w 8974276"/>
              <a:gd name="csY21" fmla="*/ 15122 h 15122"/>
              <a:gd name="csX22" fmla="*/ 3693260 w 8974276"/>
              <a:gd name="csY22" fmla="*/ 15122 h 15122"/>
              <a:gd name="csX23" fmla="*/ 2913188 w 8974276"/>
              <a:gd name="csY23" fmla="*/ 15122 h 15122"/>
              <a:gd name="csX24" fmla="*/ 2133116 w 8974276"/>
              <a:gd name="csY24" fmla="*/ 15122 h 15122"/>
              <a:gd name="csX25" fmla="*/ 1353045 w 8974276"/>
              <a:gd name="csY25" fmla="*/ 15122 h 15122"/>
              <a:gd name="csX26" fmla="*/ 842201 w 8974276"/>
              <a:gd name="csY26" fmla="*/ 15122 h 15122"/>
              <a:gd name="csX27" fmla="*/ 0 w 8974276"/>
              <a:gd name="csY27" fmla="*/ 15122 h 15122"/>
              <a:gd name="csX28" fmla="*/ 0 w 8974276"/>
              <a:gd name="csY28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8A0ED88-16AE-3817-1EC1-AB7A5B5E1E17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6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851EB8B-76B9-1791-D2B9-A9825C116CF4}"/>
              </a:ext>
            </a:extLst>
          </p:cNvPr>
          <p:cNvSpPr txBox="1"/>
          <p:nvPr/>
        </p:nvSpPr>
        <p:spPr>
          <a:xfrm>
            <a:off x="556222" y="1819872"/>
            <a:ext cx="900064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cs typeface="Arial"/>
              </a:rPr>
              <a:t>107833 flights divided in 10 parameters</a:t>
            </a:r>
            <a:endParaRPr lang="en-US" sz="2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cs typeface="Arial"/>
              </a:rPr>
              <a:t>Dataset ranges from January 2016 to December 2018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>
                <a:cs typeface="Arial"/>
              </a:rPr>
              <a:t>No missing values in the dataset</a:t>
            </a:r>
            <a:endParaRPr lang="de-DE" sz="240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2400" dirty="0" err="1">
                <a:cs typeface="Arial"/>
              </a:rPr>
              <a:t>Around</a:t>
            </a:r>
            <a:r>
              <a:rPr lang="de-DE" sz="2400" dirty="0">
                <a:cs typeface="Arial"/>
              </a:rPr>
              <a:t> 130 </a:t>
            </a:r>
            <a:r>
              <a:rPr lang="de-DE" sz="2400" dirty="0" err="1">
                <a:cs typeface="Arial"/>
              </a:rPr>
              <a:t>airports</a:t>
            </a:r>
            <a:r>
              <a:rPr lang="de-DE" sz="2400" dirty="0">
                <a:cs typeface="Arial"/>
              </a:rPr>
              <a:t> </a:t>
            </a:r>
            <a:r>
              <a:rPr lang="de-DE" sz="2400" dirty="0" err="1">
                <a:cs typeface="Arial"/>
              </a:rPr>
              <a:t>are</a:t>
            </a:r>
            <a:r>
              <a:rPr lang="de-DE" sz="2400" dirty="0">
                <a:cs typeface="Arial"/>
              </a:rPr>
              <a:t> </a:t>
            </a:r>
            <a:r>
              <a:rPr lang="de-DE" sz="2400" dirty="0" err="1">
                <a:cs typeface="Arial"/>
              </a:rPr>
              <a:t>served</a:t>
            </a:r>
            <a:endParaRPr lang="de-DE" sz="2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de-DE" sz="2400" dirty="0">
                <a:cs typeface="Arial"/>
              </a:rPr>
              <a:t>68 </a:t>
            </a:r>
            <a:r>
              <a:rPr lang="de-DE" sz="2400" dirty="0" err="1">
                <a:cs typeface="Arial"/>
              </a:rPr>
              <a:t>aircrafts</a:t>
            </a:r>
            <a:r>
              <a:rPr lang="de-DE" sz="2400" dirty="0">
                <a:cs typeface="Arial"/>
              </a:rPr>
              <a:t> </a:t>
            </a:r>
            <a:r>
              <a:rPr lang="de-DE" sz="2400" dirty="0" err="1">
                <a:cs typeface="Arial"/>
              </a:rPr>
              <a:t>used</a:t>
            </a:r>
            <a:endParaRPr lang="de-DE" dirty="0"/>
          </a:p>
          <a:p>
            <a:pPr marL="285750" indent="-285750">
              <a:buFont typeface="Arial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577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0" u="none" strike="noStrike" kern="1200">
                <a:effectLst/>
                <a:uFillTx/>
                <a:latin typeface="+mj-lt"/>
                <a:ea typeface="+mj-ea"/>
                <a:cs typeface="+mj-cs"/>
              </a:rPr>
              <a:t>Structure of </a:t>
            </a:r>
            <a:r>
              <a:rPr lang="en-US" sz="5400"/>
              <a:t>the dataset</a:t>
            </a:r>
            <a:endParaRPr lang="en-US" sz="5400" b="0" u="none" strike="noStrike" kern="1200" dirty="0"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sX0" fmla="*/ 0 w 3780234"/>
              <a:gd name="csY0" fmla="*/ 0 h 15122"/>
              <a:gd name="csX1" fmla="*/ 630039 w 3780234"/>
              <a:gd name="csY1" fmla="*/ 0 h 15122"/>
              <a:gd name="csX2" fmla="*/ 1184473 w 3780234"/>
              <a:gd name="csY2" fmla="*/ 0 h 15122"/>
              <a:gd name="csX3" fmla="*/ 1814512 w 3780234"/>
              <a:gd name="csY3" fmla="*/ 0 h 15122"/>
              <a:gd name="csX4" fmla="*/ 2331144 w 3780234"/>
              <a:gd name="csY4" fmla="*/ 0 h 15122"/>
              <a:gd name="csX5" fmla="*/ 2923381 w 3780234"/>
              <a:gd name="csY5" fmla="*/ 0 h 15122"/>
              <a:gd name="csX6" fmla="*/ 3780234 w 3780234"/>
              <a:gd name="csY6" fmla="*/ 0 h 15122"/>
              <a:gd name="csX7" fmla="*/ 3780234 w 3780234"/>
              <a:gd name="csY7" fmla="*/ 15122 h 15122"/>
              <a:gd name="csX8" fmla="*/ 3150195 w 3780234"/>
              <a:gd name="csY8" fmla="*/ 15122 h 15122"/>
              <a:gd name="csX9" fmla="*/ 2482354 w 3780234"/>
              <a:gd name="csY9" fmla="*/ 15122 h 15122"/>
              <a:gd name="csX10" fmla="*/ 1927919 w 3780234"/>
              <a:gd name="csY10" fmla="*/ 15122 h 15122"/>
              <a:gd name="csX11" fmla="*/ 1222276 w 3780234"/>
              <a:gd name="csY11" fmla="*/ 15122 h 15122"/>
              <a:gd name="csX12" fmla="*/ 667841 w 3780234"/>
              <a:gd name="csY12" fmla="*/ 15122 h 15122"/>
              <a:gd name="csX13" fmla="*/ 0 w 3780234"/>
              <a:gd name="csY13" fmla="*/ 15122 h 15122"/>
              <a:gd name="csX14" fmla="*/ 0 w 3780234"/>
              <a:gd name="csY14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5C67D4-1660-AEFA-F6F2-9964D3AC5733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7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31" name="Tabelle 30"/>
          <p:cNvGraphicFramePr/>
          <p:nvPr>
            <p:extLst>
              <p:ext uri="{D42A27DB-BD31-4B8C-83A1-F6EECF244321}">
                <p14:modId xmlns:p14="http://schemas.microsoft.com/office/powerpoint/2010/main" val="1659731947"/>
              </p:ext>
            </p:extLst>
          </p:nvPr>
        </p:nvGraphicFramePr>
        <p:xfrm>
          <a:off x="532036" y="1798118"/>
          <a:ext cx="5281411" cy="2965391"/>
        </p:xfrm>
        <a:graphic>
          <a:graphicData uri="http://schemas.openxmlformats.org/drawingml/2006/table">
            <a:tbl>
              <a:tblPr/>
              <a:tblGrid>
                <a:gridCol w="2235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6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581">
                <a:tc>
                  <a:txBody>
                    <a:bodyPr/>
                    <a:lstStyle/>
                    <a:p>
                      <a:r>
                        <a:rPr lang="de-DE" sz="1300" b="1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Column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Row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DATOP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Operation date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FLITID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Flight ID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DEPSTN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Departure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destination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ARRSTN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Arrival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destination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STD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Scheduled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departure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time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Scheduled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arrival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time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Status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of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the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flight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Aircraft </a:t>
                      </a:r>
                      <a:r>
                        <a:rPr lang="de-DE" sz="1300" b="0" i="0" u="none" strike="noStrike" noProof="0" dirty="0" err="1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registration</a:t>
                      </a:r>
                      <a:r>
                        <a:rPr lang="de-DE" sz="1300" b="0" i="0" u="none" strike="noStrike" noProof="0" dirty="0">
                          <a:solidFill>
                            <a:srgbClr val="000000"/>
                          </a:solidFill>
                          <a:effectLst/>
                          <a:uFillTx/>
                        </a:rPr>
                        <a:t> </a:t>
                      </a:r>
                      <a:r>
                        <a:rPr lang="de-DE" sz="13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and type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581">
                <a:tc>
                  <a:txBody>
                    <a:bodyPr/>
                    <a:lstStyle/>
                    <a:p>
                      <a:r>
                        <a:rPr lang="de-DE" sz="13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target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Delay time</a:t>
                      </a:r>
                    </a:p>
                  </a:txBody>
                  <a:tcPr marL="25346" marR="25346" marT="25346" marB="25346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Pfeil: nach links 3">
            <a:extLst>
              <a:ext uri="{FF2B5EF4-FFF2-40B4-BE49-F238E27FC236}">
                <a16:creationId xmlns:a16="http://schemas.microsoft.com/office/drawing/2014/main" id="{5020F8B7-A794-0402-9A50-1730D06EDC75}"/>
              </a:ext>
            </a:extLst>
          </p:cNvPr>
          <p:cNvSpPr/>
          <p:nvPr/>
        </p:nvSpPr>
        <p:spPr>
          <a:xfrm rot="8958276">
            <a:off x="5846237" y="3670867"/>
            <a:ext cx="1114881" cy="286786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A873EDF-E20F-BF69-5A2D-D19AB67A9722}"/>
              </a:ext>
            </a:extLst>
          </p:cNvPr>
          <p:cNvSpPr txBox="1"/>
          <p:nvPr/>
        </p:nvSpPr>
        <p:spPr>
          <a:xfrm>
            <a:off x="7087651" y="2662318"/>
            <a:ext cx="1165860" cy="1754326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dirty="0"/>
              <a:t>Status: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DEP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SCH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RTR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u="none" strike="noStrike" kern="120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sX0" fmla="*/ 0 w 8974276"/>
              <a:gd name="csY0" fmla="*/ 0 h 15122"/>
              <a:gd name="csX1" fmla="*/ 600586 w 8974276"/>
              <a:gd name="csY1" fmla="*/ 0 h 15122"/>
              <a:gd name="csX2" fmla="*/ 1290915 w 8974276"/>
              <a:gd name="csY2" fmla="*/ 0 h 15122"/>
              <a:gd name="csX3" fmla="*/ 2070987 w 8974276"/>
              <a:gd name="csY3" fmla="*/ 0 h 15122"/>
              <a:gd name="csX4" fmla="*/ 2671573 w 8974276"/>
              <a:gd name="csY4" fmla="*/ 0 h 15122"/>
              <a:gd name="csX5" fmla="*/ 3361902 w 8974276"/>
              <a:gd name="csY5" fmla="*/ 0 h 15122"/>
              <a:gd name="csX6" fmla="*/ 4231716 w 8974276"/>
              <a:gd name="csY6" fmla="*/ 0 h 15122"/>
              <a:gd name="csX7" fmla="*/ 4742560 w 8974276"/>
              <a:gd name="csY7" fmla="*/ 0 h 15122"/>
              <a:gd name="csX8" fmla="*/ 5522631 w 8974276"/>
              <a:gd name="csY8" fmla="*/ 0 h 15122"/>
              <a:gd name="csX9" fmla="*/ 6033475 w 8974276"/>
              <a:gd name="csY9" fmla="*/ 0 h 15122"/>
              <a:gd name="csX10" fmla="*/ 6723804 w 8974276"/>
              <a:gd name="csY10" fmla="*/ 0 h 15122"/>
              <a:gd name="csX11" fmla="*/ 7503875 w 8974276"/>
              <a:gd name="csY11" fmla="*/ 0 h 15122"/>
              <a:gd name="csX12" fmla="*/ 7924976 w 8974276"/>
              <a:gd name="csY12" fmla="*/ 0 h 15122"/>
              <a:gd name="csX13" fmla="*/ 8346077 w 8974276"/>
              <a:gd name="csY13" fmla="*/ 0 h 15122"/>
              <a:gd name="csX14" fmla="*/ 8974276 w 8974276"/>
              <a:gd name="csY14" fmla="*/ 0 h 15122"/>
              <a:gd name="csX15" fmla="*/ 8974276 w 8974276"/>
              <a:gd name="csY15" fmla="*/ 15122 h 15122"/>
              <a:gd name="csX16" fmla="*/ 8194204 w 8974276"/>
              <a:gd name="csY16" fmla="*/ 15122 h 15122"/>
              <a:gd name="csX17" fmla="*/ 7503875 w 8974276"/>
              <a:gd name="csY17" fmla="*/ 15122 h 15122"/>
              <a:gd name="csX18" fmla="*/ 6903289 w 8974276"/>
              <a:gd name="csY18" fmla="*/ 15122 h 15122"/>
              <a:gd name="csX19" fmla="*/ 6123218 w 8974276"/>
              <a:gd name="csY19" fmla="*/ 15122 h 15122"/>
              <a:gd name="csX20" fmla="*/ 5432889 w 8974276"/>
              <a:gd name="csY20" fmla="*/ 15122 h 15122"/>
              <a:gd name="csX21" fmla="*/ 4563074 w 8974276"/>
              <a:gd name="csY21" fmla="*/ 15122 h 15122"/>
              <a:gd name="csX22" fmla="*/ 3693260 w 8974276"/>
              <a:gd name="csY22" fmla="*/ 15122 h 15122"/>
              <a:gd name="csX23" fmla="*/ 2913188 w 8974276"/>
              <a:gd name="csY23" fmla="*/ 15122 h 15122"/>
              <a:gd name="csX24" fmla="*/ 2133116 w 8974276"/>
              <a:gd name="csY24" fmla="*/ 15122 h 15122"/>
              <a:gd name="csX25" fmla="*/ 1353045 w 8974276"/>
              <a:gd name="csY25" fmla="*/ 15122 h 15122"/>
              <a:gd name="csX26" fmla="*/ 842201 w 8974276"/>
              <a:gd name="csY26" fmla="*/ 15122 h 15122"/>
              <a:gd name="csX27" fmla="*/ 0 w 8974276"/>
              <a:gd name="csY27" fmla="*/ 15122 h 15122"/>
              <a:gd name="csX28" fmla="*/ 0 w 8974276"/>
              <a:gd name="csY28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A06B48-9939-523D-0694-DBA3E36589BF}"/>
              </a:ext>
            </a:extLst>
          </p:cNvPr>
          <p:cNvSpPr txBox="1"/>
          <p:nvPr/>
        </p:nvSpPr>
        <p:spPr>
          <a:xfrm>
            <a:off x="693042" y="1595314"/>
            <a:ext cx="8694540" cy="3515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Removed</a:t>
            </a:r>
            <a:r>
              <a:rPr lang="en-US" sz="2000" dirty="0"/>
              <a:t> </a:t>
            </a:r>
            <a:r>
              <a:rPr lang="en-US" sz="2000" err="1"/>
              <a:t>delay</a:t>
            </a:r>
            <a:r>
              <a:rPr lang="en-US" sz="2000" dirty="0"/>
              <a:t> </a:t>
            </a:r>
            <a:r>
              <a:rPr lang="en-US" sz="2000" err="1"/>
              <a:t>outliers</a:t>
            </a:r>
            <a:r>
              <a:rPr lang="en-US" sz="2000"/>
              <a:t> (&gt; 4h)</a:t>
            </a:r>
            <a:endParaRPr lang="en-US" sz="2000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Status RTR not </a:t>
            </a:r>
            <a:r>
              <a:rPr lang="en-US" sz="2000" err="1"/>
              <a:t>considered</a:t>
            </a:r>
            <a:endParaRPr lang="en-US" sz="2000" dirty="0" err="1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Focused</a:t>
            </a:r>
            <a:r>
              <a:rPr lang="en-US" sz="2000"/>
              <a:t> on top 10 </a:t>
            </a:r>
            <a:r>
              <a:rPr lang="en-US" sz="2000" err="1"/>
              <a:t>most</a:t>
            </a:r>
            <a:r>
              <a:rPr lang="en-US" sz="2000"/>
              <a:t> frequent </a:t>
            </a:r>
            <a:r>
              <a:rPr lang="en-US" sz="2000" err="1"/>
              <a:t>airports</a:t>
            </a:r>
            <a:r>
              <a:rPr lang="en-US" sz="2000"/>
              <a:t> (</a:t>
            </a:r>
            <a:r>
              <a:rPr lang="en-US" sz="2000" err="1"/>
              <a:t>departure</a:t>
            </a:r>
            <a:r>
              <a:rPr lang="en-US" sz="2000"/>
              <a:t>/</a:t>
            </a:r>
            <a:r>
              <a:rPr lang="en-US" sz="2000" err="1"/>
              <a:t>arrival</a:t>
            </a:r>
            <a:r>
              <a:rPr lang="en-US" sz="2000"/>
              <a:t>)</a:t>
            </a:r>
            <a:endParaRPr lang="en-US" sz="2000" dirty="0"/>
          </a:p>
          <a:p>
            <a:pPr marL="28575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/>
              <a:t>Considered</a:t>
            </a:r>
            <a:r>
              <a:rPr lang="en-US" sz="2000" dirty="0"/>
              <a:t> </a:t>
            </a:r>
            <a:r>
              <a:rPr lang="en-US" sz="2000" err="1"/>
              <a:t>the</a:t>
            </a:r>
            <a:r>
              <a:rPr lang="en-US" sz="2000" dirty="0"/>
              <a:t> </a:t>
            </a:r>
            <a:r>
              <a:rPr lang="en-US" sz="2000" err="1"/>
              <a:t>departure</a:t>
            </a:r>
            <a:r>
              <a:rPr lang="en-US" sz="2000" dirty="0"/>
              <a:t> </a:t>
            </a:r>
            <a:r>
              <a:rPr lang="en-US" sz="2000" err="1"/>
              <a:t>hour</a:t>
            </a:r>
            <a:r>
              <a:rPr lang="en-US" sz="2000" dirty="0"/>
              <a:t> </a:t>
            </a:r>
            <a:r>
              <a:rPr lang="en-US" sz="2000" err="1"/>
              <a:t>as</a:t>
            </a:r>
            <a:r>
              <a:rPr lang="en-US" sz="2000"/>
              <a:t> a </a:t>
            </a:r>
            <a:r>
              <a:rPr lang="en-US" sz="2000" err="1"/>
              <a:t>parameter</a:t>
            </a:r>
            <a:endParaRPr lang="en-US" sz="2000" dirty="0" err="1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After EDA </a:t>
            </a:r>
            <a:r>
              <a:rPr lang="en-US" sz="2000" err="1"/>
              <a:t>we</a:t>
            </a:r>
            <a:r>
              <a:rPr lang="en-US" sz="2000" dirty="0"/>
              <a:t> </a:t>
            </a:r>
            <a:r>
              <a:rPr lang="en-US" sz="2000" err="1"/>
              <a:t>used</a:t>
            </a:r>
            <a:r>
              <a:rPr lang="en-US" sz="2000" dirty="0"/>
              <a:t> 48729 flights to predict delay in minutes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5C67D4-1660-AEFA-F6F2-9964D3AC5733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6848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95563" y="453644"/>
            <a:ext cx="2977273" cy="4491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The given </a:t>
            </a:r>
            <a:r>
              <a:rPr lang="en-US" b="0" u="none" strike="noStrike" kern="1200" dirty="0" err="1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basemodel</a:t>
            </a:r>
            <a:endParaRPr lang="en-US" b="0" u="none" strike="noStrike" kern="1200" dirty="0"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103359" y="2694475"/>
            <a:ext cx="3704759" cy="15121"/>
          </a:xfrm>
          <a:custGeom>
            <a:avLst/>
            <a:gdLst>
              <a:gd name="csX0" fmla="*/ 0 w 3704759"/>
              <a:gd name="csY0" fmla="*/ 0 h 15121"/>
              <a:gd name="csX1" fmla="*/ 691555 w 3704759"/>
              <a:gd name="csY1" fmla="*/ 0 h 15121"/>
              <a:gd name="csX2" fmla="*/ 1346062 w 3704759"/>
              <a:gd name="csY2" fmla="*/ 0 h 15121"/>
              <a:gd name="csX3" fmla="*/ 2000570 w 3704759"/>
              <a:gd name="csY3" fmla="*/ 0 h 15121"/>
              <a:gd name="csX4" fmla="*/ 2506887 w 3704759"/>
              <a:gd name="csY4" fmla="*/ 0 h 15121"/>
              <a:gd name="csX5" fmla="*/ 3050252 w 3704759"/>
              <a:gd name="csY5" fmla="*/ 0 h 15121"/>
              <a:gd name="csX6" fmla="*/ 3704759 w 3704759"/>
              <a:gd name="csY6" fmla="*/ 0 h 15121"/>
              <a:gd name="csX7" fmla="*/ 3704759 w 3704759"/>
              <a:gd name="csY7" fmla="*/ 15121 h 15121"/>
              <a:gd name="csX8" fmla="*/ 3087299 w 3704759"/>
              <a:gd name="csY8" fmla="*/ 15121 h 15121"/>
              <a:gd name="csX9" fmla="*/ 2580982 w 3704759"/>
              <a:gd name="csY9" fmla="*/ 15121 h 15121"/>
              <a:gd name="csX10" fmla="*/ 2074665 w 3704759"/>
              <a:gd name="csY10" fmla="*/ 15121 h 15121"/>
              <a:gd name="csX11" fmla="*/ 1420158 w 3704759"/>
              <a:gd name="csY11" fmla="*/ 15121 h 15121"/>
              <a:gd name="csX12" fmla="*/ 876793 w 3704759"/>
              <a:gd name="csY12" fmla="*/ 15121 h 15121"/>
              <a:gd name="csX13" fmla="*/ 0 w 3704759"/>
              <a:gd name="csY13" fmla="*/ 15121 h 15121"/>
              <a:gd name="csX14" fmla="*/ 0 w 3704759"/>
              <a:gd name="csY14" fmla="*/ 0 h 151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04759" h="15121" fill="none" extrusionOk="0">
                <a:moveTo>
                  <a:pt x="0" y="0"/>
                </a:moveTo>
                <a:cubicBezTo>
                  <a:pt x="168420" y="28825"/>
                  <a:pt x="405736" y="-34367"/>
                  <a:pt x="691555" y="0"/>
                </a:cubicBezTo>
                <a:cubicBezTo>
                  <a:pt x="977375" y="34367"/>
                  <a:pt x="1038096" y="24225"/>
                  <a:pt x="1346062" y="0"/>
                </a:cubicBezTo>
                <a:cubicBezTo>
                  <a:pt x="1654028" y="-24225"/>
                  <a:pt x="1860335" y="24177"/>
                  <a:pt x="2000570" y="0"/>
                </a:cubicBezTo>
                <a:cubicBezTo>
                  <a:pt x="2140805" y="-24177"/>
                  <a:pt x="2294337" y="21654"/>
                  <a:pt x="2506887" y="0"/>
                </a:cubicBezTo>
                <a:cubicBezTo>
                  <a:pt x="2719437" y="-21654"/>
                  <a:pt x="2817063" y="-15444"/>
                  <a:pt x="3050252" y="0"/>
                </a:cubicBezTo>
                <a:cubicBezTo>
                  <a:pt x="3283441" y="15444"/>
                  <a:pt x="3446764" y="-31830"/>
                  <a:pt x="3704759" y="0"/>
                </a:cubicBezTo>
                <a:cubicBezTo>
                  <a:pt x="3704885" y="3653"/>
                  <a:pt x="3704740" y="9038"/>
                  <a:pt x="3704759" y="15121"/>
                </a:cubicBezTo>
                <a:cubicBezTo>
                  <a:pt x="3550680" y="-7084"/>
                  <a:pt x="3336563" y="1729"/>
                  <a:pt x="3087299" y="15121"/>
                </a:cubicBezTo>
                <a:cubicBezTo>
                  <a:pt x="2838035" y="28513"/>
                  <a:pt x="2699424" y="28858"/>
                  <a:pt x="2580982" y="15121"/>
                </a:cubicBezTo>
                <a:cubicBezTo>
                  <a:pt x="2462540" y="1384"/>
                  <a:pt x="2274806" y="16267"/>
                  <a:pt x="2074665" y="15121"/>
                </a:cubicBezTo>
                <a:cubicBezTo>
                  <a:pt x="1874524" y="13975"/>
                  <a:pt x="1702563" y="-5982"/>
                  <a:pt x="1420158" y="15121"/>
                </a:cubicBezTo>
                <a:cubicBezTo>
                  <a:pt x="1137753" y="36224"/>
                  <a:pt x="1128847" y="2168"/>
                  <a:pt x="876793" y="15121"/>
                </a:cubicBezTo>
                <a:cubicBezTo>
                  <a:pt x="624740" y="28074"/>
                  <a:pt x="206290" y="51009"/>
                  <a:pt x="0" y="15121"/>
                </a:cubicBezTo>
                <a:cubicBezTo>
                  <a:pt x="59" y="11443"/>
                  <a:pt x="595" y="3474"/>
                  <a:pt x="0" y="0"/>
                </a:cubicBezTo>
                <a:close/>
              </a:path>
              <a:path w="3704759" h="15121" stroke="0" extrusionOk="0">
                <a:moveTo>
                  <a:pt x="0" y="0"/>
                </a:moveTo>
                <a:cubicBezTo>
                  <a:pt x="261968" y="8432"/>
                  <a:pt x="322186" y="25470"/>
                  <a:pt x="580412" y="0"/>
                </a:cubicBezTo>
                <a:cubicBezTo>
                  <a:pt x="838638" y="-25470"/>
                  <a:pt x="942494" y="-17320"/>
                  <a:pt x="1086729" y="0"/>
                </a:cubicBezTo>
                <a:cubicBezTo>
                  <a:pt x="1230964" y="17320"/>
                  <a:pt x="1452692" y="13193"/>
                  <a:pt x="1778284" y="0"/>
                </a:cubicBezTo>
                <a:cubicBezTo>
                  <a:pt x="2103877" y="-13193"/>
                  <a:pt x="2091691" y="-18807"/>
                  <a:pt x="2358697" y="0"/>
                </a:cubicBezTo>
                <a:cubicBezTo>
                  <a:pt x="2625703" y="18807"/>
                  <a:pt x="2785644" y="26780"/>
                  <a:pt x="2939109" y="0"/>
                </a:cubicBezTo>
                <a:cubicBezTo>
                  <a:pt x="3092574" y="-26780"/>
                  <a:pt x="3323878" y="-22432"/>
                  <a:pt x="3704759" y="0"/>
                </a:cubicBezTo>
                <a:cubicBezTo>
                  <a:pt x="3704883" y="6150"/>
                  <a:pt x="3705448" y="11641"/>
                  <a:pt x="3704759" y="15121"/>
                </a:cubicBezTo>
                <a:cubicBezTo>
                  <a:pt x="3554712" y="-1021"/>
                  <a:pt x="3279932" y="7165"/>
                  <a:pt x="3087299" y="15121"/>
                </a:cubicBezTo>
                <a:cubicBezTo>
                  <a:pt x="2894666" y="23077"/>
                  <a:pt x="2810011" y="23393"/>
                  <a:pt x="2580982" y="15121"/>
                </a:cubicBezTo>
                <a:cubicBezTo>
                  <a:pt x="2351953" y="6849"/>
                  <a:pt x="2253529" y="43460"/>
                  <a:pt x="1963522" y="15121"/>
                </a:cubicBezTo>
                <a:cubicBezTo>
                  <a:pt x="1673515" y="-13218"/>
                  <a:pt x="1470876" y="44576"/>
                  <a:pt x="1346062" y="15121"/>
                </a:cubicBezTo>
                <a:cubicBezTo>
                  <a:pt x="1221248" y="-14334"/>
                  <a:pt x="1030606" y="-3012"/>
                  <a:pt x="765650" y="15121"/>
                </a:cubicBezTo>
                <a:cubicBezTo>
                  <a:pt x="500694" y="33254"/>
                  <a:pt x="347512" y="-15516"/>
                  <a:pt x="0" y="15121"/>
                </a:cubicBezTo>
                <a:cubicBezTo>
                  <a:pt x="374" y="9106"/>
                  <a:pt x="225" y="322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675638" y="1904297"/>
            <a:ext cx="5146423" cy="1951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400" b="1" i="1" u="none" strike="noStrike" dirty="0">
                <a:effectLst/>
                <a:uFillTx/>
                <a:latin typeface="+mn-lt"/>
                <a:ea typeface="+mn-ea"/>
                <a:cs typeface="+mn-cs"/>
              </a:rPr>
              <a:t>Hypothesis: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dirty="0">
                <a:latin typeface="+mn-lt"/>
                <a:ea typeface="+mn-ea"/>
                <a:cs typeface="+mn-cs"/>
              </a:rPr>
              <a:t>All flights with a departure time 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between 7 am and 10 am </a:t>
            </a:r>
            <a:br>
              <a:rPr lang="en-US" sz="1800" dirty="0">
                <a:latin typeface="+mn-lt"/>
                <a:ea typeface="+mn-ea"/>
                <a:cs typeface="+mn-cs"/>
              </a:rPr>
            </a:br>
            <a:r>
              <a:rPr lang="en-US" sz="1800" dirty="0">
                <a:latin typeface="+mn-lt"/>
                <a:ea typeface="+mn-ea"/>
                <a:cs typeface="+mn-cs"/>
              </a:rPr>
              <a:t>have a delay of 15 minutes</a:t>
            </a: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7A03BA3-904A-B62C-6DC4-43F3BB08BD08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indent="0"/>
            <a:r>
              <a:rPr lang="en-US" dirty="0"/>
              <a:t>I</a:t>
            </a:r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mpactful drivers based on the</a:t>
            </a:r>
            <a:b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</a:br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linear regression model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sX0" fmla="*/ 0 w 8974276"/>
              <a:gd name="csY0" fmla="*/ 0 h 15122"/>
              <a:gd name="csX1" fmla="*/ 600586 w 8974276"/>
              <a:gd name="csY1" fmla="*/ 0 h 15122"/>
              <a:gd name="csX2" fmla="*/ 1290915 w 8974276"/>
              <a:gd name="csY2" fmla="*/ 0 h 15122"/>
              <a:gd name="csX3" fmla="*/ 2070987 w 8974276"/>
              <a:gd name="csY3" fmla="*/ 0 h 15122"/>
              <a:gd name="csX4" fmla="*/ 2671573 w 8974276"/>
              <a:gd name="csY4" fmla="*/ 0 h 15122"/>
              <a:gd name="csX5" fmla="*/ 3361902 w 8974276"/>
              <a:gd name="csY5" fmla="*/ 0 h 15122"/>
              <a:gd name="csX6" fmla="*/ 4231716 w 8974276"/>
              <a:gd name="csY6" fmla="*/ 0 h 15122"/>
              <a:gd name="csX7" fmla="*/ 4742560 w 8974276"/>
              <a:gd name="csY7" fmla="*/ 0 h 15122"/>
              <a:gd name="csX8" fmla="*/ 5522631 w 8974276"/>
              <a:gd name="csY8" fmla="*/ 0 h 15122"/>
              <a:gd name="csX9" fmla="*/ 6033475 w 8974276"/>
              <a:gd name="csY9" fmla="*/ 0 h 15122"/>
              <a:gd name="csX10" fmla="*/ 6723804 w 8974276"/>
              <a:gd name="csY10" fmla="*/ 0 h 15122"/>
              <a:gd name="csX11" fmla="*/ 7503875 w 8974276"/>
              <a:gd name="csY11" fmla="*/ 0 h 15122"/>
              <a:gd name="csX12" fmla="*/ 7924976 w 8974276"/>
              <a:gd name="csY12" fmla="*/ 0 h 15122"/>
              <a:gd name="csX13" fmla="*/ 8346077 w 8974276"/>
              <a:gd name="csY13" fmla="*/ 0 h 15122"/>
              <a:gd name="csX14" fmla="*/ 8974276 w 8974276"/>
              <a:gd name="csY14" fmla="*/ 0 h 15122"/>
              <a:gd name="csX15" fmla="*/ 8974276 w 8974276"/>
              <a:gd name="csY15" fmla="*/ 15122 h 15122"/>
              <a:gd name="csX16" fmla="*/ 8194204 w 8974276"/>
              <a:gd name="csY16" fmla="*/ 15122 h 15122"/>
              <a:gd name="csX17" fmla="*/ 7503875 w 8974276"/>
              <a:gd name="csY17" fmla="*/ 15122 h 15122"/>
              <a:gd name="csX18" fmla="*/ 6903289 w 8974276"/>
              <a:gd name="csY18" fmla="*/ 15122 h 15122"/>
              <a:gd name="csX19" fmla="*/ 6123218 w 8974276"/>
              <a:gd name="csY19" fmla="*/ 15122 h 15122"/>
              <a:gd name="csX20" fmla="*/ 5432889 w 8974276"/>
              <a:gd name="csY20" fmla="*/ 15122 h 15122"/>
              <a:gd name="csX21" fmla="*/ 4563074 w 8974276"/>
              <a:gd name="csY21" fmla="*/ 15122 h 15122"/>
              <a:gd name="csX22" fmla="*/ 3693260 w 8974276"/>
              <a:gd name="csY22" fmla="*/ 15122 h 15122"/>
              <a:gd name="csX23" fmla="*/ 2913188 w 8974276"/>
              <a:gd name="csY23" fmla="*/ 15122 h 15122"/>
              <a:gd name="csX24" fmla="*/ 2133116 w 8974276"/>
              <a:gd name="csY24" fmla="*/ 15122 h 15122"/>
              <a:gd name="csX25" fmla="*/ 1353045 w 8974276"/>
              <a:gd name="csY25" fmla="*/ 15122 h 15122"/>
              <a:gd name="csX26" fmla="*/ 842201 w 8974276"/>
              <a:gd name="csY26" fmla="*/ 15122 h 15122"/>
              <a:gd name="csX27" fmla="*/ 0 w 8974276"/>
              <a:gd name="csY27" fmla="*/ 15122 h 15122"/>
              <a:gd name="csX28" fmla="*/ 0 w 8974276"/>
              <a:gd name="csY28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93042" y="1922974"/>
            <a:ext cx="3760576" cy="279522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u="none" strike="noStrike" dirty="0"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</a:rPr>
              <a:t>Most</a:t>
            </a:r>
            <a:r>
              <a:rPr lang="en-US" sz="18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impactful drivers: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21190AB-0761-4B95-E52F-351763DAF7C6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B011EA2-EC2F-DF8A-6665-3B73CFA5FA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805812"/>
              </p:ext>
            </p:extLst>
          </p:nvPr>
        </p:nvGraphicFramePr>
        <p:xfrm>
          <a:off x="967777" y="2311185"/>
          <a:ext cx="3211106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08848">
                  <a:extLst>
                    <a:ext uri="{9D8B030D-6E8A-4147-A177-3AD203B41FA5}">
                      <a16:colId xmlns:a16="http://schemas.microsoft.com/office/drawing/2014/main" val="1378136695"/>
                    </a:ext>
                  </a:extLst>
                </a:gridCol>
                <a:gridCol w="2202258">
                  <a:extLst>
                    <a:ext uri="{9D8B030D-6E8A-4147-A177-3AD203B41FA5}">
                      <a16:colId xmlns:a16="http://schemas.microsoft.com/office/drawing/2014/main" val="1590160927"/>
                    </a:ext>
                  </a:extLst>
                </a:gridCol>
              </a:tblGrid>
              <a:tr h="283609">
                <a:tc>
                  <a:txBody>
                    <a:bodyPr/>
                    <a:lstStyle/>
                    <a:p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964354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103.87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Aircraft type 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73240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33.66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Aircraft type 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9745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26.89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Status </a:t>
                      </a:r>
                      <a:r>
                        <a:rPr lang="de-DE" dirty="0" err="1"/>
                        <a:t>delivery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43198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24.14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Status </a:t>
                      </a:r>
                      <a:r>
                        <a:rPr lang="de-DE" dirty="0" err="1"/>
                        <a:t>scheduled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30741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20.56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Aircraft type 31B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997877"/>
                  </a:ext>
                </a:extLst>
              </a:tr>
            </a:tbl>
          </a:graphicData>
        </a:graphic>
      </p:graphicFrame>
      <p:sp>
        <p:nvSpPr>
          <p:cNvPr id="6" name="PlaceHolder 2">
            <a:extLst>
              <a:ext uri="{FF2B5EF4-FFF2-40B4-BE49-F238E27FC236}">
                <a16:creationId xmlns:a16="http://schemas.microsoft.com/office/drawing/2014/main" id="{1E26DCE4-0E03-C0A5-4CF5-A6907DE6F3D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792602" y="1925590"/>
            <a:ext cx="4503126" cy="279522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Least</a:t>
            </a:r>
            <a:r>
              <a:rPr lang="en-US" sz="18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impactful drivers: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062C1E21-0B79-D497-D8E9-54FC0F2FF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013143"/>
              </p:ext>
            </p:extLst>
          </p:nvPr>
        </p:nvGraphicFramePr>
        <p:xfrm>
          <a:off x="5067336" y="2313801"/>
          <a:ext cx="396236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66478">
                  <a:extLst>
                    <a:ext uri="{9D8B030D-6E8A-4147-A177-3AD203B41FA5}">
                      <a16:colId xmlns:a16="http://schemas.microsoft.com/office/drawing/2014/main" val="1378136695"/>
                    </a:ext>
                  </a:extLst>
                </a:gridCol>
                <a:gridCol w="3095886">
                  <a:extLst>
                    <a:ext uri="{9D8B030D-6E8A-4147-A177-3AD203B41FA5}">
                      <a16:colId xmlns:a16="http://schemas.microsoft.com/office/drawing/2014/main" val="1590160927"/>
                    </a:ext>
                  </a:extLst>
                </a:gridCol>
              </a:tblGrid>
              <a:tr h="283609">
                <a:tc>
                  <a:txBody>
                    <a:bodyPr/>
                    <a:lstStyle/>
                    <a:p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964354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10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373240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Aircraft type 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069745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1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43198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9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30741"/>
                  </a:ext>
                </a:extLst>
              </a:tr>
              <a:tr h="287548">
                <a:tc>
                  <a:txBody>
                    <a:bodyPr/>
                    <a:lstStyle/>
                    <a:p>
                      <a:r>
                        <a:rPr lang="de-DE" dirty="0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Scheduled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dep</a:t>
                      </a:r>
                      <a:r>
                        <a:rPr lang="de-DE" dirty="0"/>
                        <a:t>. time 4 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9978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5000" dirty="0"/>
              <a:t>A</a:t>
            </a:r>
            <a:r>
              <a:rPr lang="en-US" sz="5000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ircraft TU 32AIMI</a:t>
            </a:r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sX0" fmla="*/ 0 w 3780234"/>
              <a:gd name="csY0" fmla="*/ 0 h 15122"/>
              <a:gd name="csX1" fmla="*/ 630039 w 3780234"/>
              <a:gd name="csY1" fmla="*/ 0 h 15122"/>
              <a:gd name="csX2" fmla="*/ 1184473 w 3780234"/>
              <a:gd name="csY2" fmla="*/ 0 h 15122"/>
              <a:gd name="csX3" fmla="*/ 1814512 w 3780234"/>
              <a:gd name="csY3" fmla="*/ 0 h 15122"/>
              <a:gd name="csX4" fmla="*/ 2331144 w 3780234"/>
              <a:gd name="csY4" fmla="*/ 0 h 15122"/>
              <a:gd name="csX5" fmla="*/ 2923381 w 3780234"/>
              <a:gd name="csY5" fmla="*/ 0 h 15122"/>
              <a:gd name="csX6" fmla="*/ 3780234 w 3780234"/>
              <a:gd name="csY6" fmla="*/ 0 h 15122"/>
              <a:gd name="csX7" fmla="*/ 3780234 w 3780234"/>
              <a:gd name="csY7" fmla="*/ 15122 h 15122"/>
              <a:gd name="csX8" fmla="*/ 3150195 w 3780234"/>
              <a:gd name="csY8" fmla="*/ 15122 h 15122"/>
              <a:gd name="csX9" fmla="*/ 2482354 w 3780234"/>
              <a:gd name="csY9" fmla="*/ 15122 h 15122"/>
              <a:gd name="csX10" fmla="*/ 1927919 w 3780234"/>
              <a:gd name="csY10" fmla="*/ 15122 h 15122"/>
              <a:gd name="csX11" fmla="*/ 1222276 w 3780234"/>
              <a:gd name="csY11" fmla="*/ 15122 h 15122"/>
              <a:gd name="csX12" fmla="*/ 667841 w 3780234"/>
              <a:gd name="csY12" fmla="*/ 15122 h 15122"/>
              <a:gd name="csX13" fmla="*/ 0 w 3780234"/>
              <a:gd name="csY13" fmla="*/ 15122 h 15122"/>
              <a:gd name="csX14" fmla="*/ 0 w 3780234"/>
              <a:gd name="csY14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fik 38"/>
          <p:cNvPicPr/>
          <p:nvPr/>
        </p:nvPicPr>
        <p:blipFill>
          <a:blip r:embed="rId2"/>
          <a:stretch/>
        </p:blipFill>
        <p:spPr>
          <a:xfrm>
            <a:off x="1074420" y="1723610"/>
            <a:ext cx="7732277" cy="3419263"/>
          </a:xfrm>
          <a:prstGeom prst="rect">
            <a:avLst/>
          </a:prstGeom>
          <a:noFill/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7DBF486-17E3-C50D-013D-6B7D80CD65A5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11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5000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Aircraft TU 320IMU</a:t>
            </a:r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sX0" fmla="*/ 0 w 3780234"/>
              <a:gd name="csY0" fmla="*/ 0 h 15122"/>
              <a:gd name="csX1" fmla="*/ 630039 w 3780234"/>
              <a:gd name="csY1" fmla="*/ 0 h 15122"/>
              <a:gd name="csX2" fmla="*/ 1184473 w 3780234"/>
              <a:gd name="csY2" fmla="*/ 0 h 15122"/>
              <a:gd name="csX3" fmla="*/ 1814512 w 3780234"/>
              <a:gd name="csY3" fmla="*/ 0 h 15122"/>
              <a:gd name="csX4" fmla="*/ 2331144 w 3780234"/>
              <a:gd name="csY4" fmla="*/ 0 h 15122"/>
              <a:gd name="csX5" fmla="*/ 2923381 w 3780234"/>
              <a:gd name="csY5" fmla="*/ 0 h 15122"/>
              <a:gd name="csX6" fmla="*/ 3780234 w 3780234"/>
              <a:gd name="csY6" fmla="*/ 0 h 15122"/>
              <a:gd name="csX7" fmla="*/ 3780234 w 3780234"/>
              <a:gd name="csY7" fmla="*/ 15122 h 15122"/>
              <a:gd name="csX8" fmla="*/ 3150195 w 3780234"/>
              <a:gd name="csY8" fmla="*/ 15122 h 15122"/>
              <a:gd name="csX9" fmla="*/ 2482354 w 3780234"/>
              <a:gd name="csY9" fmla="*/ 15122 h 15122"/>
              <a:gd name="csX10" fmla="*/ 1927919 w 3780234"/>
              <a:gd name="csY10" fmla="*/ 15122 h 15122"/>
              <a:gd name="csX11" fmla="*/ 1222276 w 3780234"/>
              <a:gd name="csY11" fmla="*/ 15122 h 15122"/>
              <a:gd name="csX12" fmla="*/ 667841 w 3780234"/>
              <a:gd name="csY12" fmla="*/ 15122 h 15122"/>
              <a:gd name="csX13" fmla="*/ 0 w 3780234"/>
              <a:gd name="csY13" fmla="*/ 15122 h 15122"/>
              <a:gd name="csX14" fmla="*/ 0 w 3780234"/>
              <a:gd name="csY14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Grafik 40"/>
          <p:cNvPicPr/>
          <p:nvPr/>
        </p:nvPicPr>
        <p:blipFill>
          <a:blip r:embed="rId2"/>
          <a:stretch/>
        </p:blipFill>
        <p:spPr>
          <a:xfrm>
            <a:off x="1066800" y="1723610"/>
            <a:ext cx="7854197" cy="3419263"/>
          </a:xfrm>
          <a:prstGeom prst="rect">
            <a:avLst/>
          </a:prstGeom>
          <a:noFill/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D35893B-7647-B585-CB0D-EACEBC35E789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12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28241" y="345273"/>
            <a:ext cx="9020340" cy="1033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 algn="ctr"/>
            <a:r>
              <a:rPr lang="en-US" sz="5400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Evaluation metric</a:t>
            </a: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8295" y="1433309"/>
            <a:ext cx="3780234" cy="15122"/>
          </a:xfrm>
          <a:custGeom>
            <a:avLst/>
            <a:gdLst>
              <a:gd name="csX0" fmla="*/ 0 w 3780234"/>
              <a:gd name="csY0" fmla="*/ 0 h 15122"/>
              <a:gd name="csX1" fmla="*/ 630039 w 3780234"/>
              <a:gd name="csY1" fmla="*/ 0 h 15122"/>
              <a:gd name="csX2" fmla="*/ 1184473 w 3780234"/>
              <a:gd name="csY2" fmla="*/ 0 h 15122"/>
              <a:gd name="csX3" fmla="*/ 1814512 w 3780234"/>
              <a:gd name="csY3" fmla="*/ 0 h 15122"/>
              <a:gd name="csX4" fmla="*/ 2331144 w 3780234"/>
              <a:gd name="csY4" fmla="*/ 0 h 15122"/>
              <a:gd name="csX5" fmla="*/ 2923381 w 3780234"/>
              <a:gd name="csY5" fmla="*/ 0 h 15122"/>
              <a:gd name="csX6" fmla="*/ 3780234 w 3780234"/>
              <a:gd name="csY6" fmla="*/ 0 h 15122"/>
              <a:gd name="csX7" fmla="*/ 3780234 w 3780234"/>
              <a:gd name="csY7" fmla="*/ 15122 h 15122"/>
              <a:gd name="csX8" fmla="*/ 3150195 w 3780234"/>
              <a:gd name="csY8" fmla="*/ 15122 h 15122"/>
              <a:gd name="csX9" fmla="*/ 2482354 w 3780234"/>
              <a:gd name="csY9" fmla="*/ 15122 h 15122"/>
              <a:gd name="csX10" fmla="*/ 1927919 w 3780234"/>
              <a:gd name="csY10" fmla="*/ 15122 h 15122"/>
              <a:gd name="csX11" fmla="*/ 1222276 w 3780234"/>
              <a:gd name="csY11" fmla="*/ 15122 h 15122"/>
              <a:gd name="csX12" fmla="*/ 667841 w 3780234"/>
              <a:gd name="csY12" fmla="*/ 15122 h 15122"/>
              <a:gd name="csX13" fmla="*/ 0 w 3780234"/>
              <a:gd name="csY13" fmla="*/ 15122 h 15122"/>
              <a:gd name="csX14" fmla="*/ 0 w 3780234"/>
              <a:gd name="csY14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80234" h="15122" fill="none" extrusionOk="0">
                <a:moveTo>
                  <a:pt x="0" y="0"/>
                </a:moveTo>
                <a:cubicBezTo>
                  <a:pt x="250971" y="14061"/>
                  <a:pt x="483399" y="10600"/>
                  <a:pt x="630039" y="0"/>
                </a:cubicBezTo>
                <a:cubicBezTo>
                  <a:pt x="776679" y="-10600"/>
                  <a:pt x="957707" y="-2924"/>
                  <a:pt x="1184473" y="0"/>
                </a:cubicBezTo>
                <a:cubicBezTo>
                  <a:pt x="1411239" y="2924"/>
                  <a:pt x="1660448" y="-11767"/>
                  <a:pt x="1814512" y="0"/>
                </a:cubicBezTo>
                <a:cubicBezTo>
                  <a:pt x="1968576" y="11767"/>
                  <a:pt x="2175819" y="-9517"/>
                  <a:pt x="2331144" y="0"/>
                </a:cubicBezTo>
                <a:cubicBezTo>
                  <a:pt x="2486469" y="9517"/>
                  <a:pt x="2749685" y="-16783"/>
                  <a:pt x="2923381" y="0"/>
                </a:cubicBezTo>
                <a:cubicBezTo>
                  <a:pt x="3097077" y="16783"/>
                  <a:pt x="3457190" y="6396"/>
                  <a:pt x="3780234" y="0"/>
                </a:cubicBezTo>
                <a:cubicBezTo>
                  <a:pt x="3779634" y="4125"/>
                  <a:pt x="3779801" y="9122"/>
                  <a:pt x="3780234" y="15122"/>
                </a:cubicBezTo>
                <a:cubicBezTo>
                  <a:pt x="3490980" y="43128"/>
                  <a:pt x="3358225" y="23785"/>
                  <a:pt x="3150195" y="15122"/>
                </a:cubicBezTo>
                <a:cubicBezTo>
                  <a:pt x="2942165" y="6459"/>
                  <a:pt x="2760989" y="19151"/>
                  <a:pt x="2482354" y="15122"/>
                </a:cubicBezTo>
                <a:cubicBezTo>
                  <a:pt x="2203719" y="11093"/>
                  <a:pt x="2188280" y="-1695"/>
                  <a:pt x="1927919" y="15122"/>
                </a:cubicBezTo>
                <a:cubicBezTo>
                  <a:pt x="1667558" y="31939"/>
                  <a:pt x="1540610" y="36823"/>
                  <a:pt x="1222276" y="15122"/>
                </a:cubicBezTo>
                <a:cubicBezTo>
                  <a:pt x="903942" y="-6579"/>
                  <a:pt x="855755" y="897"/>
                  <a:pt x="667841" y="15122"/>
                </a:cubicBezTo>
                <a:cubicBezTo>
                  <a:pt x="479927" y="29347"/>
                  <a:pt x="240866" y="-16341"/>
                  <a:pt x="0" y="15122"/>
                </a:cubicBezTo>
                <a:cubicBezTo>
                  <a:pt x="259" y="9455"/>
                  <a:pt x="-406" y="3926"/>
                  <a:pt x="0" y="0"/>
                </a:cubicBezTo>
                <a:close/>
              </a:path>
              <a:path w="3780234" h="15122" stroke="0" extrusionOk="0">
                <a:moveTo>
                  <a:pt x="0" y="0"/>
                </a:moveTo>
                <a:cubicBezTo>
                  <a:pt x="222645" y="-15921"/>
                  <a:pt x="440802" y="-10591"/>
                  <a:pt x="554434" y="0"/>
                </a:cubicBezTo>
                <a:cubicBezTo>
                  <a:pt x="668066" y="10591"/>
                  <a:pt x="938476" y="5600"/>
                  <a:pt x="1071066" y="0"/>
                </a:cubicBezTo>
                <a:cubicBezTo>
                  <a:pt x="1203656" y="-5600"/>
                  <a:pt x="1456048" y="25455"/>
                  <a:pt x="1625501" y="0"/>
                </a:cubicBezTo>
                <a:cubicBezTo>
                  <a:pt x="1794955" y="-25455"/>
                  <a:pt x="2002379" y="28482"/>
                  <a:pt x="2255540" y="0"/>
                </a:cubicBezTo>
                <a:cubicBezTo>
                  <a:pt x="2508701" y="-28482"/>
                  <a:pt x="2595655" y="28196"/>
                  <a:pt x="2923381" y="0"/>
                </a:cubicBezTo>
                <a:cubicBezTo>
                  <a:pt x="3251107" y="-28196"/>
                  <a:pt x="3464565" y="-2171"/>
                  <a:pt x="3780234" y="0"/>
                </a:cubicBezTo>
                <a:cubicBezTo>
                  <a:pt x="3780532" y="6355"/>
                  <a:pt x="3779966" y="12091"/>
                  <a:pt x="3780234" y="15122"/>
                </a:cubicBezTo>
                <a:cubicBezTo>
                  <a:pt x="3614291" y="-3393"/>
                  <a:pt x="3275524" y="-14641"/>
                  <a:pt x="3074590" y="15122"/>
                </a:cubicBezTo>
                <a:cubicBezTo>
                  <a:pt x="2873656" y="44885"/>
                  <a:pt x="2742446" y="13168"/>
                  <a:pt x="2557958" y="15122"/>
                </a:cubicBezTo>
                <a:cubicBezTo>
                  <a:pt x="2373470" y="17076"/>
                  <a:pt x="2106850" y="331"/>
                  <a:pt x="1852315" y="15122"/>
                </a:cubicBezTo>
                <a:cubicBezTo>
                  <a:pt x="1597780" y="29913"/>
                  <a:pt x="1302484" y="23099"/>
                  <a:pt x="1146671" y="15122"/>
                </a:cubicBezTo>
                <a:cubicBezTo>
                  <a:pt x="990858" y="7145"/>
                  <a:pt x="738019" y="2764"/>
                  <a:pt x="630039" y="15122"/>
                </a:cubicBezTo>
                <a:cubicBezTo>
                  <a:pt x="522059" y="27480"/>
                  <a:pt x="293689" y="18454"/>
                  <a:pt x="0" y="15122"/>
                </a:cubicBezTo>
                <a:cubicBezTo>
                  <a:pt x="-391" y="8368"/>
                  <a:pt x="64" y="67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9C35BE8-E420-2554-3869-C6E7FBC8EE4D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13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45" name="Tabelle 44"/>
          <p:cNvGraphicFramePr/>
          <p:nvPr>
            <p:extLst>
              <p:ext uri="{D42A27DB-BD31-4B8C-83A1-F6EECF244321}">
                <p14:modId xmlns:p14="http://schemas.microsoft.com/office/powerpoint/2010/main" val="1751794097"/>
              </p:ext>
            </p:extLst>
          </p:nvPr>
        </p:nvGraphicFramePr>
        <p:xfrm>
          <a:off x="812078" y="1845530"/>
          <a:ext cx="8651961" cy="2814732"/>
        </p:xfrm>
        <a:graphic>
          <a:graphicData uri="http://schemas.openxmlformats.org/drawingml/2006/table">
            <a:tbl>
              <a:tblPr firstRow="1" bandRow="1"/>
              <a:tblGrid>
                <a:gridCol w="2834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de-DE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Root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mean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squared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error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[min]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 </a:t>
                      </a: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squared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[-]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Baseline Model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50.4 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-0.29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Linear Regression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39.76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Elastic</a:t>
                      </a: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Net 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40.65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Random Forest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39.29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0.17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XGBoost</a:t>
                      </a:r>
                      <a:endParaRPr lang="de-DE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38.79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de-DE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0.16</a:t>
                      </a:r>
                    </a:p>
                  </a:txBody>
                  <a:tcPr marL="44107" marR="44107" marT="44107" marB="44107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93042" y="301904"/>
            <a:ext cx="8694540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0"/>
            <a:r>
              <a:rPr lang="en-US" b="0" u="none" strike="noStrike" kern="1200" dirty="0"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174" y="1386938"/>
            <a:ext cx="8974276" cy="15122"/>
          </a:xfrm>
          <a:custGeom>
            <a:avLst/>
            <a:gdLst>
              <a:gd name="csX0" fmla="*/ 0 w 8974276"/>
              <a:gd name="csY0" fmla="*/ 0 h 15122"/>
              <a:gd name="csX1" fmla="*/ 600586 w 8974276"/>
              <a:gd name="csY1" fmla="*/ 0 h 15122"/>
              <a:gd name="csX2" fmla="*/ 1290915 w 8974276"/>
              <a:gd name="csY2" fmla="*/ 0 h 15122"/>
              <a:gd name="csX3" fmla="*/ 2070987 w 8974276"/>
              <a:gd name="csY3" fmla="*/ 0 h 15122"/>
              <a:gd name="csX4" fmla="*/ 2671573 w 8974276"/>
              <a:gd name="csY4" fmla="*/ 0 h 15122"/>
              <a:gd name="csX5" fmla="*/ 3361902 w 8974276"/>
              <a:gd name="csY5" fmla="*/ 0 h 15122"/>
              <a:gd name="csX6" fmla="*/ 4231716 w 8974276"/>
              <a:gd name="csY6" fmla="*/ 0 h 15122"/>
              <a:gd name="csX7" fmla="*/ 4742560 w 8974276"/>
              <a:gd name="csY7" fmla="*/ 0 h 15122"/>
              <a:gd name="csX8" fmla="*/ 5522631 w 8974276"/>
              <a:gd name="csY8" fmla="*/ 0 h 15122"/>
              <a:gd name="csX9" fmla="*/ 6033475 w 8974276"/>
              <a:gd name="csY9" fmla="*/ 0 h 15122"/>
              <a:gd name="csX10" fmla="*/ 6723804 w 8974276"/>
              <a:gd name="csY10" fmla="*/ 0 h 15122"/>
              <a:gd name="csX11" fmla="*/ 7503875 w 8974276"/>
              <a:gd name="csY11" fmla="*/ 0 h 15122"/>
              <a:gd name="csX12" fmla="*/ 7924976 w 8974276"/>
              <a:gd name="csY12" fmla="*/ 0 h 15122"/>
              <a:gd name="csX13" fmla="*/ 8346077 w 8974276"/>
              <a:gd name="csY13" fmla="*/ 0 h 15122"/>
              <a:gd name="csX14" fmla="*/ 8974276 w 8974276"/>
              <a:gd name="csY14" fmla="*/ 0 h 15122"/>
              <a:gd name="csX15" fmla="*/ 8974276 w 8974276"/>
              <a:gd name="csY15" fmla="*/ 15122 h 15122"/>
              <a:gd name="csX16" fmla="*/ 8194204 w 8974276"/>
              <a:gd name="csY16" fmla="*/ 15122 h 15122"/>
              <a:gd name="csX17" fmla="*/ 7503875 w 8974276"/>
              <a:gd name="csY17" fmla="*/ 15122 h 15122"/>
              <a:gd name="csX18" fmla="*/ 6903289 w 8974276"/>
              <a:gd name="csY18" fmla="*/ 15122 h 15122"/>
              <a:gd name="csX19" fmla="*/ 6123218 w 8974276"/>
              <a:gd name="csY19" fmla="*/ 15122 h 15122"/>
              <a:gd name="csX20" fmla="*/ 5432889 w 8974276"/>
              <a:gd name="csY20" fmla="*/ 15122 h 15122"/>
              <a:gd name="csX21" fmla="*/ 4563074 w 8974276"/>
              <a:gd name="csY21" fmla="*/ 15122 h 15122"/>
              <a:gd name="csX22" fmla="*/ 3693260 w 8974276"/>
              <a:gd name="csY22" fmla="*/ 15122 h 15122"/>
              <a:gd name="csX23" fmla="*/ 2913188 w 8974276"/>
              <a:gd name="csY23" fmla="*/ 15122 h 15122"/>
              <a:gd name="csX24" fmla="*/ 2133116 w 8974276"/>
              <a:gd name="csY24" fmla="*/ 15122 h 15122"/>
              <a:gd name="csX25" fmla="*/ 1353045 w 8974276"/>
              <a:gd name="csY25" fmla="*/ 15122 h 15122"/>
              <a:gd name="csX26" fmla="*/ 842201 w 8974276"/>
              <a:gd name="csY26" fmla="*/ 15122 h 15122"/>
              <a:gd name="csX27" fmla="*/ 0 w 8974276"/>
              <a:gd name="csY27" fmla="*/ 15122 h 15122"/>
              <a:gd name="csX28" fmla="*/ 0 w 8974276"/>
              <a:gd name="csY28" fmla="*/ 0 h 15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8974276" h="15122" fill="none" extrusionOk="0">
                <a:moveTo>
                  <a:pt x="0" y="0"/>
                </a:moveTo>
                <a:cubicBezTo>
                  <a:pt x="166292" y="-24804"/>
                  <a:pt x="387390" y="-23566"/>
                  <a:pt x="600586" y="0"/>
                </a:cubicBezTo>
                <a:cubicBezTo>
                  <a:pt x="813782" y="23566"/>
                  <a:pt x="1017575" y="11328"/>
                  <a:pt x="1290915" y="0"/>
                </a:cubicBezTo>
                <a:cubicBezTo>
                  <a:pt x="1564255" y="-11328"/>
                  <a:pt x="1732327" y="-13914"/>
                  <a:pt x="2070987" y="0"/>
                </a:cubicBezTo>
                <a:cubicBezTo>
                  <a:pt x="2409647" y="13914"/>
                  <a:pt x="2514543" y="-29456"/>
                  <a:pt x="2671573" y="0"/>
                </a:cubicBezTo>
                <a:cubicBezTo>
                  <a:pt x="2828603" y="29456"/>
                  <a:pt x="3148091" y="31473"/>
                  <a:pt x="3361902" y="0"/>
                </a:cubicBezTo>
                <a:cubicBezTo>
                  <a:pt x="3575713" y="-31473"/>
                  <a:pt x="3879587" y="-10454"/>
                  <a:pt x="4231716" y="0"/>
                </a:cubicBezTo>
                <a:cubicBezTo>
                  <a:pt x="4583845" y="10454"/>
                  <a:pt x="4500381" y="-4882"/>
                  <a:pt x="4742560" y="0"/>
                </a:cubicBezTo>
                <a:cubicBezTo>
                  <a:pt x="4984739" y="4882"/>
                  <a:pt x="5324139" y="34484"/>
                  <a:pt x="5522631" y="0"/>
                </a:cubicBezTo>
                <a:cubicBezTo>
                  <a:pt x="5721123" y="-34484"/>
                  <a:pt x="5806715" y="9078"/>
                  <a:pt x="6033475" y="0"/>
                </a:cubicBezTo>
                <a:cubicBezTo>
                  <a:pt x="6260235" y="-9078"/>
                  <a:pt x="6578201" y="20058"/>
                  <a:pt x="6723804" y="0"/>
                </a:cubicBezTo>
                <a:cubicBezTo>
                  <a:pt x="6869407" y="-20058"/>
                  <a:pt x="7310682" y="2334"/>
                  <a:pt x="7503875" y="0"/>
                </a:cubicBezTo>
                <a:cubicBezTo>
                  <a:pt x="7697068" y="-2334"/>
                  <a:pt x="7781436" y="13405"/>
                  <a:pt x="7924976" y="0"/>
                </a:cubicBezTo>
                <a:cubicBezTo>
                  <a:pt x="8068516" y="-13405"/>
                  <a:pt x="8226759" y="10528"/>
                  <a:pt x="8346077" y="0"/>
                </a:cubicBezTo>
                <a:cubicBezTo>
                  <a:pt x="8465395" y="-10528"/>
                  <a:pt x="8810829" y="6661"/>
                  <a:pt x="8974276" y="0"/>
                </a:cubicBezTo>
                <a:cubicBezTo>
                  <a:pt x="8974059" y="4307"/>
                  <a:pt x="8974284" y="7733"/>
                  <a:pt x="8974276" y="15122"/>
                </a:cubicBezTo>
                <a:cubicBezTo>
                  <a:pt x="8699318" y="-8286"/>
                  <a:pt x="8447378" y="47332"/>
                  <a:pt x="8194204" y="15122"/>
                </a:cubicBezTo>
                <a:cubicBezTo>
                  <a:pt x="7941030" y="-17088"/>
                  <a:pt x="7741578" y="16097"/>
                  <a:pt x="7503875" y="15122"/>
                </a:cubicBezTo>
                <a:cubicBezTo>
                  <a:pt x="7266172" y="14147"/>
                  <a:pt x="7188109" y="39475"/>
                  <a:pt x="6903289" y="15122"/>
                </a:cubicBezTo>
                <a:cubicBezTo>
                  <a:pt x="6618469" y="-9231"/>
                  <a:pt x="6284300" y="-23714"/>
                  <a:pt x="6123218" y="15122"/>
                </a:cubicBezTo>
                <a:cubicBezTo>
                  <a:pt x="5962136" y="53958"/>
                  <a:pt x="5692124" y="42267"/>
                  <a:pt x="5432889" y="15122"/>
                </a:cubicBezTo>
                <a:cubicBezTo>
                  <a:pt x="5173654" y="-12023"/>
                  <a:pt x="4878157" y="-27217"/>
                  <a:pt x="4563074" y="15122"/>
                </a:cubicBezTo>
                <a:cubicBezTo>
                  <a:pt x="4247992" y="57461"/>
                  <a:pt x="3916884" y="41042"/>
                  <a:pt x="3693260" y="15122"/>
                </a:cubicBezTo>
                <a:cubicBezTo>
                  <a:pt x="3469636" y="-10798"/>
                  <a:pt x="3270296" y="35606"/>
                  <a:pt x="2913188" y="15122"/>
                </a:cubicBezTo>
                <a:cubicBezTo>
                  <a:pt x="2556080" y="-5362"/>
                  <a:pt x="2357500" y="41367"/>
                  <a:pt x="2133116" y="15122"/>
                </a:cubicBezTo>
                <a:cubicBezTo>
                  <a:pt x="1908732" y="-11123"/>
                  <a:pt x="1586604" y="13014"/>
                  <a:pt x="1353045" y="15122"/>
                </a:cubicBezTo>
                <a:cubicBezTo>
                  <a:pt x="1119486" y="17230"/>
                  <a:pt x="1034265" y="2560"/>
                  <a:pt x="842201" y="15122"/>
                </a:cubicBezTo>
                <a:cubicBezTo>
                  <a:pt x="650137" y="27684"/>
                  <a:pt x="184422" y="21904"/>
                  <a:pt x="0" y="15122"/>
                </a:cubicBezTo>
                <a:cubicBezTo>
                  <a:pt x="642" y="10883"/>
                  <a:pt x="28" y="3166"/>
                  <a:pt x="0" y="0"/>
                </a:cubicBezTo>
                <a:close/>
              </a:path>
              <a:path w="8974276" h="15122" stroke="0" extrusionOk="0">
                <a:moveTo>
                  <a:pt x="0" y="0"/>
                </a:moveTo>
                <a:cubicBezTo>
                  <a:pt x="144422" y="16250"/>
                  <a:pt x="478464" y="1403"/>
                  <a:pt x="600586" y="0"/>
                </a:cubicBezTo>
                <a:cubicBezTo>
                  <a:pt x="722708" y="-1403"/>
                  <a:pt x="818531" y="-16117"/>
                  <a:pt x="1021687" y="0"/>
                </a:cubicBezTo>
                <a:cubicBezTo>
                  <a:pt x="1224843" y="16117"/>
                  <a:pt x="1467451" y="32888"/>
                  <a:pt x="1891501" y="0"/>
                </a:cubicBezTo>
                <a:cubicBezTo>
                  <a:pt x="2315551" y="-32888"/>
                  <a:pt x="2226053" y="29411"/>
                  <a:pt x="2492087" y="0"/>
                </a:cubicBezTo>
                <a:cubicBezTo>
                  <a:pt x="2758121" y="-29411"/>
                  <a:pt x="2926098" y="-23291"/>
                  <a:pt x="3092674" y="0"/>
                </a:cubicBezTo>
                <a:cubicBezTo>
                  <a:pt x="3259250" y="23291"/>
                  <a:pt x="3755917" y="-21280"/>
                  <a:pt x="3962488" y="0"/>
                </a:cubicBezTo>
                <a:cubicBezTo>
                  <a:pt x="4169059" y="21280"/>
                  <a:pt x="4370581" y="-641"/>
                  <a:pt x="4473331" y="0"/>
                </a:cubicBezTo>
                <a:cubicBezTo>
                  <a:pt x="4576081" y="641"/>
                  <a:pt x="5154732" y="6658"/>
                  <a:pt x="5343146" y="0"/>
                </a:cubicBezTo>
                <a:cubicBezTo>
                  <a:pt x="5531560" y="-6658"/>
                  <a:pt x="5898845" y="-4229"/>
                  <a:pt x="6212960" y="0"/>
                </a:cubicBezTo>
                <a:cubicBezTo>
                  <a:pt x="6527075" y="4229"/>
                  <a:pt x="6698755" y="-18559"/>
                  <a:pt x="6903289" y="0"/>
                </a:cubicBezTo>
                <a:cubicBezTo>
                  <a:pt x="7107823" y="18559"/>
                  <a:pt x="7480389" y="36157"/>
                  <a:pt x="7773104" y="0"/>
                </a:cubicBezTo>
                <a:cubicBezTo>
                  <a:pt x="8065820" y="-36157"/>
                  <a:pt x="8239902" y="964"/>
                  <a:pt x="8373690" y="0"/>
                </a:cubicBezTo>
                <a:cubicBezTo>
                  <a:pt x="8507478" y="-964"/>
                  <a:pt x="8713268" y="22725"/>
                  <a:pt x="8974276" y="0"/>
                </a:cubicBezTo>
                <a:cubicBezTo>
                  <a:pt x="8974961" y="6029"/>
                  <a:pt x="8974992" y="9898"/>
                  <a:pt x="8974276" y="15122"/>
                </a:cubicBezTo>
                <a:cubicBezTo>
                  <a:pt x="8724149" y="22286"/>
                  <a:pt x="8615348" y="-4409"/>
                  <a:pt x="8283947" y="15122"/>
                </a:cubicBezTo>
                <a:cubicBezTo>
                  <a:pt x="7952546" y="34653"/>
                  <a:pt x="7745156" y="38152"/>
                  <a:pt x="7593618" y="15122"/>
                </a:cubicBezTo>
                <a:cubicBezTo>
                  <a:pt x="7442080" y="-7908"/>
                  <a:pt x="7037419" y="39045"/>
                  <a:pt x="6723804" y="15122"/>
                </a:cubicBezTo>
                <a:cubicBezTo>
                  <a:pt x="6410189" y="-8801"/>
                  <a:pt x="6244694" y="20349"/>
                  <a:pt x="6033475" y="15122"/>
                </a:cubicBezTo>
                <a:cubicBezTo>
                  <a:pt x="5822256" y="9895"/>
                  <a:pt x="5767540" y="19855"/>
                  <a:pt x="5612374" y="15122"/>
                </a:cubicBezTo>
                <a:cubicBezTo>
                  <a:pt x="5457208" y="10389"/>
                  <a:pt x="5206963" y="9279"/>
                  <a:pt x="5101531" y="15122"/>
                </a:cubicBezTo>
                <a:cubicBezTo>
                  <a:pt x="4996099" y="20965"/>
                  <a:pt x="4610998" y="-25524"/>
                  <a:pt x="4231716" y="15122"/>
                </a:cubicBezTo>
                <a:cubicBezTo>
                  <a:pt x="3852434" y="55768"/>
                  <a:pt x="3780038" y="13936"/>
                  <a:pt x="3541387" y="15122"/>
                </a:cubicBezTo>
                <a:cubicBezTo>
                  <a:pt x="3302736" y="16308"/>
                  <a:pt x="3171257" y="-1184"/>
                  <a:pt x="3030544" y="15122"/>
                </a:cubicBezTo>
                <a:cubicBezTo>
                  <a:pt x="2889831" y="31428"/>
                  <a:pt x="2606062" y="34232"/>
                  <a:pt x="2340215" y="15122"/>
                </a:cubicBezTo>
                <a:cubicBezTo>
                  <a:pt x="2074368" y="-3988"/>
                  <a:pt x="2121463" y="32072"/>
                  <a:pt x="1919114" y="15122"/>
                </a:cubicBezTo>
                <a:cubicBezTo>
                  <a:pt x="1716765" y="-1828"/>
                  <a:pt x="1683550" y="11837"/>
                  <a:pt x="1498014" y="15122"/>
                </a:cubicBezTo>
                <a:cubicBezTo>
                  <a:pt x="1312478" y="18407"/>
                  <a:pt x="981544" y="937"/>
                  <a:pt x="807685" y="15122"/>
                </a:cubicBezTo>
                <a:cubicBezTo>
                  <a:pt x="633826" y="29307"/>
                  <a:pt x="213205" y="53443"/>
                  <a:pt x="0" y="15122"/>
                </a:cubicBezTo>
                <a:cubicBezTo>
                  <a:pt x="-565" y="8578"/>
                  <a:pt x="22" y="65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82729" y="1705042"/>
            <a:ext cx="4654895" cy="33547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Recommendation: Consider     </a:t>
            </a:r>
            <a:b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</a:br>
            <a:r>
              <a:rPr lang="en-US" sz="2200" b="0" u="none" strike="noStrike">
                <a:effectLst/>
                <a:uFillTx/>
                <a:latin typeface="+mn-lt"/>
                <a:ea typeface="+mn-ea"/>
                <a:cs typeface="+mn-cs"/>
              </a:rPr>
              <a:t>more </a:t>
            </a:r>
            <a:r>
              <a:rPr lang="en-US" sz="2200">
                <a:latin typeface="+mn-lt"/>
                <a:ea typeface="+mn-ea"/>
                <a:cs typeface="+mn-cs"/>
              </a:rPr>
              <a:t>parameters</a:t>
            </a:r>
            <a:r>
              <a:rPr lang="en-US" sz="2200" b="0" u="none" strike="noStrike">
                <a:effectLst/>
                <a:uFillTx/>
                <a:latin typeface="+mn-lt"/>
                <a:ea typeface="+mn-ea"/>
                <a:cs typeface="+mn-cs"/>
              </a:rPr>
              <a:t> for the model</a:t>
            </a:r>
          </a:p>
          <a:p>
            <a:pPr marL="342900" indent="-34290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More detailed data (e.g.                      </a:t>
            </a:r>
            <a:r>
              <a:rPr lang="en-US" sz="2200" b="0" u="none" strike="noStrike">
                <a:effectLst/>
                <a:uFillTx/>
                <a:latin typeface="+mn-lt"/>
                <a:ea typeface="+mn-ea"/>
                <a:cs typeface="+mn-cs"/>
              </a:rPr>
              <a:t>general weather data) may </a:t>
            </a:r>
            <a:r>
              <a:rPr lang="en-US" sz="22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improve the flight delay predictions</a:t>
            </a:r>
          </a:p>
          <a:p>
            <a:pPr marL="342900" indent="-342900">
              <a:spcBef>
                <a:spcPts val="1417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+mn-ea"/>
                <a:cs typeface="+mn-cs"/>
              </a:rPr>
              <a:t>Keep in mind that not every                                      delay can be influenced by the airline, see pie chart on the right</a:t>
            </a:r>
            <a:endParaRPr lang="en-US" sz="22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indent="-228600">
              <a:spcBef>
                <a:spcPts val="1417"/>
              </a:spcBef>
              <a:buFont typeface="Arial" panose="020B0604020202020204" pitchFamily="34" charset="0"/>
              <a:buChar char="•"/>
            </a:pPr>
            <a:endParaRPr lang="en-US" sz="18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2A7CA1A-EB04-1AB8-0E13-5CD0CEADF23C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6240559-FCAA-46E1-AE01-BC65C79B844B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096209565"/>
              </p:ext>
            </p:extLst>
          </p:nvPr>
        </p:nvGraphicFramePr>
        <p:xfrm>
          <a:off x="5298910" y="1289304"/>
          <a:ext cx="3927386" cy="427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93042" y="373225"/>
            <a:ext cx="8692019" cy="336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Now </a:t>
            </a:r>
            <a:r>
              <a:rPr lang="en-US" sz="5400"/>
              <a:t>it is</a:t>
            </a:r>
            <a:r>
              <a:rPr lang="en-US" sz="5400" b="0" u="none" strike="noStrike" kern="1200" dirty="0">
                <a:effectLst/>
                <a:uFillTx/>
                <a:latin typeface="+mj-lt"/>
                <a:ea typeface="+mj-ea"/>
                <a:cs typeface="+mj-cs"/>
              </a:rPr>
              <a:t> time for questions</a:t>
            </a:r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042" y="3901579"/>
            <a:ext cx="4473278" cy="15121"/>
          </a:xfrm>
          <a:custGeom>
            <a:avLst/>
            <a:gdLst>
              <a:gd name="csX0" fmla="*/ 0 w 4473278"/>
              <a:gd name="csY0" fmla="*/ 0 h 15121"/>
              <a:gd name="csX1" fmla="*/ 594307 w 4473278"/>
              <a:gd name="csY1" fmla="*/ 0 h 15121"/>
              <a:gd name="csX2" fmla="*/ 1099148 w 4473278"/>
              <a:gd name="csY2" fmla="*/ 0 h 15121"/>
              <a:gd name="csX3" fmla="*/ 1648722 w 4473278"/>
              <a:gd name="csY3" fmla="*/ 0 h 15121"/>
              <a:gd name="csX4" fmla="*/ 2332495 w 4473278"/>
              <a:gd name="csY4" fmla="*/ 0 h 15121"/>
              <a:gd name="csX5" fmla="*/ 2926802 w 4473278"/>
              <a:gd name="csY5" fmla="*/ 0 h 15121"/>
              <a:gd name="csX6" fmla="*/ 3476376 w 4473278"/>
              <a:gd name="csY6" fmla="*/ 0 h 15121"/>
              <a:gd name="csX7" fmla="*/ 4473278 w 4473278"/>
              <a:gd name="csY7" fmla="*/ 0 h 15121"/>
              <a:gd name="csX8" fmla="*/ 4473278 w 4473278"/>
              <a:gd name="csY8" fmla="*/ 15121 h 15121"/>
              <a:gd name="csX9" fmla="*/ 3834238 w 4473278"/>
              <a:gd name="csY9" fmla="*/ 15121 h 15121"/>
              <a:gd name="csX10" fmla="*/ 3284664 w 4473278"/>
              <a:gd name="csY10" fmla="*/ 15121 h 15121"/>
              <a:gd name="csX11" fmla="*/ 2556159 w 4473278"/>
              <a:gd name="csY11" fmla="*/ 15121 h 15121"/>
              <a:gd name="csX12" fmla="*/ 1961852 w 4473278"/>
              <a:gd name="csY12" fmla="*/ 15121 h 15121"/>
              <a:gd name="csX13" fmla="*/ 1457011 w 4473278"/>
              <a:gd name="csY13" fmla="*/ 15121 h 15121"/>
              <a:gd name="csX14" fmla="*/ 773238 w 4473278"/>
              <a:gd name="csY14" fmla="*/ 15121 h 15121"/>
              <a:gd name="csX15" fmla="*/ 0 w 4473278"/>
              <a:gd name="csY15" fmla="*/ 15121 h 15121"/>
              <a:gd name="csX16" fmla="*/ 0 w 4473278"/>
              <a:gd name="csY16" fmla="*/ 0 h 151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73278" h="15121" fill="none" extrusionOk="0">
                <a:moveTo>
                  <a:pt x="0" y="0"/>
                </a:moveTo>
                <a:cubicBezTo>
                  <a:pt x="265337" y="6229"/>
                  <a:pt x="324072" y="23825"/>
                  <a:pt x="594307" y="0"/>
                </a:cubicBezTo>
                <a:cubicBezTo>
                  <a:pt x="864542" y="-23825"/>
                  <a:pt x="984978" y="-14655"/>
                  <a:pt x="1099148" y="0"/>
                </a:cubicBezTo>
                <a:cubicBezTo>
                  <a:pt x="1213318" y="14655"/>
                  <a:pt x="1499606" y="-13334"/>
                  <a:pt x="1648722" y="0"/>
                </a:cubicBezTo>
                <a:cubicBezTo>
                  <a:pt x="1797838" y="13334"/>
                  <a:pt x="2133409" y="31521"/>
                  <a:pt x="2332495" y="0"/>
                </a:cubicBezTo>
                <a:cubicBezTo>
                  <a:pt x="2531581" y="-31521"/>
                  <a:pt x="2676458" y="22576"/>
                  <a:pt x="2926802" y="0"/>
                </a:cubicBezTo>
                <a:cubicBezTo>
                  <a:pt x="3177146" y="-22576"/>
                  <a:pt x="3333452" y="16046"/>
                  <a:pt x="3476376" y="0"/>
                </a:cubicBezTo>
                <a:cubicBezTo>
                  <a:pt x="3619300" y="-16046"/>
                  <a:pt x="4243159" y="10589"/>
                  <a:pt x="4473278" y="0"/>
                </a:cubicBezTo>
                <a:cubicBezTo>
                  <a:pt x="4472558" y="4475"/>
                  <a:pt x="4473108" y="9200"/>
                  <a:pt x="4473278" y="15121"/>
                </a:cubicBezTo>
                <a:cubicBezTo>
                  <a:pt x="4329267" y="-1567"/>
                  <a:pt x="4031631" y="2981"/>
                  <a:pt x="3834238" y="15121"/>
                </a:cubicBezTo>
                <a:cubicBezTo>
                  <a:pt x="3636845" y="27261"/>
                  <a:pt x="3464621" y="23420"/>
                  <a:pt x="3284664" y="15121"/>
                </a:cubicBezTo>
                <a:cubicBezTo>
                  <a:pt x="3104707" y="6822"/>
                  <a:pt x="2902351" y="43852"/>
                  <a:pt x="2556159" y="15121"/>
                </a:cubicBezTo>
                <a:cubicBezTo>
                  <a:pt x="2209967" y="-13610"/>
                  <a:pt x="2210195" y="-3905"/>
                  <a:pt x="1961852" y="15121"/>
                </a:cubicBezTo>
                <a:cubicBezTo>
                  <a:pt x="1713509" y="34147"/>
                  <a:pt x="1638179" y="-356"/>
                  <a:pt x="1457011" y="15121"/>
                </a:cubicBezTo>
                <a:cubicBezTo>
                  <a:pt x="1275843" y="30598"/>
                  <a:pt x="1060967" y="10634"/>
                  <a:pt x="773238" y="15121"/>
                </a:cubicBezTo>
                <a:cubicBezTo>
                  <a:pt x="485509" y="19608"/>
                  <a:pt x="195743" y="-22757"/>
                  <a:pt x="0" y="15121"/>
                </a:cubicBezTo>
                <a:cubicBezTo>
                  <a:pt x="452" y="11678"/>
                  <a:pt x="459" y="6736"/>
                  <a:pt x="0" y="0"/>
                </a:cubicBezTo>
                <a:close/>
              </a:path>
              <a:path w="4473278" h="15121" stroke="0" extrusionOk="0">
                <a:moveTo>
                  <a:pt x="0" y="0"/>
                </a:moveTo>
                <a:cubicBezTo>
                  <a:pt x="172393" y="25364"/>
                  <a:pt x="454990" y="9991"/>
                  <a:pt x="594307" y="0"/>
                </a:cubicBezTo>
                <a:cubicBezTo>
                  <a:pt x="733624" y="-9991"/>
                  <a:pt x="896228" y="23559"/>
                  <a:pt x="1099148" y="0"/>
                </a:cubicBezTo>
                <a:cubicBezTo>
                  <a:pt x="1302068" y="-23559"/>
                  <a:pt x="1653543" y="13185"/>
                  <a:pt x="1827654" y="0"/>
                </a:cubicBezTo>
                <a:cubicBezTo>
                  <a:pt x="2001765" y="-13185"/>
                  <a:pt x="2191767" y="22002"/>
                  <a:pt x="2421961" y="0"/>
                </a:cubicBezTo>
                <a:cubicBezTo>
                  <a:pt x="2652155" y="-22002"/>
                  <a:pt x="2835476" y="-1468"/>
                  <a:pt x="3016267" y="0"/>
                </a:cubicBezTo>
                <a:cubicBezTo>
                  <a:pt x="3197058" y="1468"/>
                  <a:pt x="3582794" y="17405"/>
                  <a:pt x="3744773" y="0"/>
                </a:cubicBezTo>
                <a:cubicBezTo>
                  <a:pt x="3906752" y="-17405"/>
                  <a:pt x="4256159" y="-16562"/>
                  <a:pt x="4473278" y="0"/>
                </a:cubicBezTo>
                <a:cubicBezTo>
                  <a:pt x="4473604" y="4417"/>
                  <a:pt x="4473634" y="11363"/>
                  <a:pt x="4473278" y="15121"/>
                </a:cubicBezTo>
                <a:cubicBezTo>
                  <a:pt x="4237531" y="36271"/>
                  <a:pt x="4113577" y="35886"/>
                  <a:pt x="3923704" y="15121"/>
                </a:cubicBezTo>
                <a:cubicBezTo>
                  <a:pt x="3733831" y="-5644"/>
                  <a:pt x="3559297" y="3955"/>
                  <a:pt x="3284664" y="15121"/>
                </a:cubicBezTo>
                <a:cubicBezTo>
                  <a:pt x="3010031" y="26287"/>
                  <a:pt x="2920410" y="21583"/>
                  <a:pt x="2645624" y="15121"/>
                </a:cubicBezTo>
                <a:cubicBezTo>
                  <a:pt x="2370838" y="8659"/>
                  <a:pt x="2195693" y="31211"/>
                  <a:pt x="2051317" y="15121"/>
                </a:cubicBezTo>
                <a:cubicBezTo>
                  <a:pt x="1906941" y="-969"/>
                  <a:pt x="1622712" y="28395"/>
                  <a:pt x="1322812" y="15121"/>
                </a:cubicBezTo>
                <a:cubicBezTo>
                  <a:pt x="1022912" y="1847"/>
                  <a:pt x="932176" y="11704"/>
                  <a:pt x="594307" y="15121"/>
                </a:cubicBezTo>
                <a:cubicBezTo>
                  <a:pt x="256439" y="18538"/>
                  <a:pt x="196715" y="11584"/>
                  <a:pt x="0" y="15121"/>
                </a:cubicBezTo>
                <a:cubicBezTo>
                  <a:pt x="-633" y="7774"/>
                  <a:pt x="607" y="525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E5F81D0-E221-E18F-88F4-2438E2C4822B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7119441" y="5255759"/>
            <a:ext cx="2268141" cy="3019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DFDE1C5-AE27-4D5C-B575-4FA006BACA75}" type="slidenum"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15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67012E1-84D8-D928-2748-134EECEDF95E}"/>
              </a:ext>
            </a:extLst>
          </p:cNvPr>
          <p:cNvSpPr txBox="1"/>
          <p:nvPr/>
        </p:nvSpPr>
        <p:spPr>
          <a:xfrm>
            <a:off x="694413" y="4163330"/>
            <a:ext cx="84237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>
                <a:cs typeface="Arial"/>
                <a:hlinkClick r:id="rId2"/>
              </a:rPr>
              <a:t>https</a:t>
            </a:r>
            <a:r>
              <a:rPr lang="de-DE" dirty="0">
                <a:ea typeface="+mn-lt"/>
                <a:cs typeface="+mn-lt"/>
                <a:hlinkClick r:id="rId2"/>
              </a:rPr>
              <a:t>://github.com/nilorenz/ml-project-flight-delay-tunisair</a:t>
            </a:r>
            <a:endParaRPr lang="de-DE" dirty="0">
              <a:ea typeface="+mn-lt"/>
              <a:cs typeface="+mn-lt"/>
            </a:endParaRPr>
          </a:p>
        </p:txBody>
      </p:sp>
      <p:pic>
        <p:nvPicPr>
          <p:cNvPr id="4" name="Grafik 3" descr="Ein Bild, das Screenshot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CE2A85B6-1CF9-7691-49B8-500245E5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149" y="2506012"/>
            <a:ext cx="2454633" cy="24697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625</Words>
  <Application>Microsoft Office PowerPoint</Application>
  <PresentationFormat>Benutzerdefiniert</PresentationFormat>
  <Paragraphs>173</Paragraphs>
  <Slides>15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6" baseType="lpstr">
      <vt:lpstr>Office</vt:lpstr>
      <vt:lpstr>Flight Delay Prediction</vt:lpstr>
      <vt:lpstr>Table of contents</vt:lpstr>
      <vt:lpstr>Tunisair</vt:lpstr>
      <vt:lpstr>Business Trend</vt:lpstr>
      <vt:lpstr>Destinations based on dataset</vt:lpstr>
      <vt:lpstr>Dataset</vt:lpstr>
      <vt:lpstr>Structure of the dataset</vt:lpstr>
      <vt:lpstr>Exploratory data analysis (EDA)</vt:lpstr>
      <vt:lpstr>The given basemodel</vt:lpstr>
      <vt:lpstr>Impactful drivers based on the linear regression model</vt:lpstr>
      <vt:lpstr>Aircraft TU 32AIMI</vt:lpstr>
      <vt:lpstr>Aircraft TU 320IMU</vt:lpstr>
      <vt:lpstr>Evaluation metric</vt:lpstr>
      <vt:lpstr>Conclusion</vt:lpstr>
      <vt:lpstr>Now it is time for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leberinho leberinho</cp:lastModifiedBy>
  <cp:revision>477</cp:revision>
  <dcterms:created xsi:type="dcterms:W3CDTF">2026-04-01T16:10:07Z</dcterms:created>
  <dcterms:modified xsi:type="dcterms:W3CDTF">2026-04-02T15:35:18Z</dcterms:modified>
  <dc:language>de-DE</dc:language>
</cp:coreProperties>
</file>